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59" r:id="rId8"/>
    <p:sldId id="261" r:id="rId9"/>
    <p:sldId id="276" r:id="rId10"/>
    <p:sldId id="277" r:id="rId11"/>
    <p:sldId id="278" r:id="rId12"/>
    <p:sldId id="279" r:id="rId13"/>
    <p:sldId id="282" r:id="rId14"/>
    <p:sldId id="281" r:id="rId15"/>
    <p:sldId id="283" r:id="rId16"/>
    <p:sldId id="270" r:id="rId17"/>
    <p:sldId id="275" r:id="rId18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3" autoAdjust="0"/>
    <p:restoredTop sz="90456" autoAdjust="0"/>
  </p:normalViewPr>
  <p:slideViewPr>
    <p:cSldViewPr snapToGrid="0">
      <p:cViewPr varScale="1">
        <p:scale>
          <a:sx n="100" d="100"/>
          <a:sy n="100" d="100"/>
        </p:scale>
        <p:origin x="7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55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A24E01-5535-46B9-A9A1-A9A07E639A88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2_5" csCatId="accent2" phldr="1"/>
      <dgm:spPr/>
      <dgm:t>
        <a:bodyPr rtlCol="0"/>
        <a:lstStyle/>
        <a:p>
          <a:pPr rtl="0"/>
          <a:endParaRPr lang="en-US"/>
        </a:p>
      </dgm:t>
    </dgm:pt>
    <dgm:pt modelId="{DF1ABFB3-B399-406F-91BD-DCDF9A38526B}">
      <dgm:prSet phldrT="[Text]" phldr="0"/>
      <dgm:spPr/>
      <dgm:t>
        <a:bodyPr rtlCol="0"/>
        <a:lstStyle/>
        <a:p>
          <a:endParaRPr lang="en-GB" b="1" noProof="0" dirty="0">
            <a:solidFill>
              <a:schemeClr val="bg1"/>
            </a:solidFill>
            <a:latin typeface="Tenorite" pitchFamily="2" charset="0"/>
          </a:endParaRPr>
        </a:p>
      </dgm:t>
    </dgm:pt>
    <dgm:pt modelId="{78CB0E27-958C-4066-A189-8B36505E8204}" type="parTrans" cxnId="{15319551-A9EA-462E-845B-E5251E84291F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70E4A1D3-514E-4327-991D-5CC9C6B41885}" type="sibTrans" cxnId="{15319551-A9EA-462E-845B-E5251E84291F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58FF46FB-368D-4E9C-A650-0513B8879DA8}">
      <dgm:prSet phldr="0"/>
      <dgm:spPr/>
      <dgm:t>
        <a:bodyPr rtlCol="0"/>
        <a:lstStyle/>
        <a:p>
          <a:pPr>
            <a:defRPr b="1"/>
          </a:pPr>
          <a:r>
            <a:rPr lang="en-GB" b="1" noProof="0" dirty="0">
              <a:solidFill>
                <a:schemeClr val="bg1"/>
              </a:solidFill>
              <a:latin typeface="Tenorite" pitchFamily="2" charset="0"/>
            </a:rPr>
            <a:t>Sep 2025</a:t>
          </a:r>
        </a:p>
      </dgm:t>
    </dgm:pt>
    <dgm:pt modelId="{11DFA284-5E99-474D-BF05-364A45269DC7}" type="parTrans" cxnId="{C5645B39-CB65-4A0A-B369-E455C3B827C3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CFA40740-0682-470C-AD5A-CFF53CD12BD2}" type="sibTrans" cxnId="{C5645B39-CB65-4A0A-B369-E455C3B827C3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9A875394-CA1E-4432-AEEB-9054FCFF5E0E}">
      <dgm:prSet phldr="0"/>
      <dgm:spPr/>
      <dgm:t>
        <a:bodyPr rtlCol="0"/>
        <a:lstStyle/>
        <a:p>
          <a:pPr>
            <a:buFont typeface="Arial" panose="020B0604020202020204" pitchFamily="34" charset="0"/>
            <a:buChar char="•"/>
          </a:pPr>
          <a:r>
            <a:rPr lang="en-GB" b="0" noProof="0" dirty="0">
              <a:solidFill>
                <a:schemeClr val="bg1"/>
              </a:solidFill>
              <a:latin typeface="Tenorite" pitchFamily="2" charset="0"/>
            </a:rPr>
            <a:t>1</a:t>
          </a:r>
          <a:r>
            <a:rPr lang="el-GR" b="0" baseline="30000" noProof="0" dirty="0">
              <a:solidFill>
                <a:schemeClr val="bg1"/>
              </a:solidFill>
              <a:latin typeface="Tenorite" pitchFamily="2" charset="0"/>
            </a:rPr>
            <a:t>η</a:t>
          </a:r>
          <a:r>
            <a:rPr lang="el-GR" b="0" noProof="0" dirty="0">
              <a:solidFill>
                <a:schemeClr val="bg1"/>
              </a:solidFill>
              <a:latin typeface="Tenorite" pitchFamily="2" charset="0"/>
            </a:rPr>
            <a:t> Συνάντηση</a:t>
          </a:r>
        </a:p>
        <a:p>
          <a:pPr>
            <a:buFont typeface="Arial" panose="020B0604020202020204" pitchFamily="34" charset="0"/>
            <a:buChar char="•"/>
          </a:pPr>
          <a:endParaRPr lang="en-GB" b="0" noProof="0" dirty="0">
            <a:solidFill>
              <a:schemeClr val="bg1"/>
            </a:solidFill>
            <a:latin typeface="Tenorite" pitchFamily="2" charset="0"/>
          </a:endParaRPr>
        </a:p>
      </dgm:t>
    </dgm:pt>
    <dgm:pt modelId="{FCC92BDD-6EA3-421D-9DA8-7D3A12D003B6}" type="parTrans" cxnId="{B659504B-18E4-4D89-A17C-34ABB280AE52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0314452B-82A0-42F4-9551-DF00CFFC3580}" type="sibTrans" cxnId="{B659504B-18E4-4D89-A17C-34ABB280AE52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D05E1923-5021-40F7-B4EF-E582E23A699D}">
      <dgm:prSet phldr="0"/>
      <dgm:spPr/>
      <dgm:t>
        <a:bodyPr rtlCol="0"/>
        <a:lstStyle/>
        <a:p>
          <a:pPr>
            <a:defRPr b="1"/>
          </a:pPr>
          <a:r>
            <a:rPr lang="en-GB" b="1" noProof="0" dirty="0">
              <a:solidFill>
                <a:schemeClr val="bg1"/>
              </a:solidFill>
              <a:latin typeface="Tenorite" pitchFamily="2" charset="0"/>
            </a:rPr>
            <a:t>Nov 20</a:t>
          </a:r>
          <a:r>
            <a:rPr lang="el-GR" b="1" noProof="0" dirty="0">
              <a:solidFill>
                <a:schemeClr val="bg1"/>
              </a:solidFill>
              <a:latin typeface="Tenorite" pitchFamily="2" charset="0"/>
            </a:rPr>
            <a:t>25</a:t>
          </a:r>
        </a:p>
        <a:p>
          <a:pPr>
            <a:defRPr b="1"/>
          </a:pPr>
          <a:endParaRPr lang="en-GB" b="1" noProof="0" dirty="0">
            <a:solidFill>
              <a:schemeClr val="bg1"/>
            </a:solidFill>
            <a:latin typeface="Tenorite" pitchFamily="2" charset="0"/>
          </a:endParaRPr>
        </a:p>
      </dgm:t>
    </dgm:pt>
    <dgm:pt modelId="{FD6C5CD2-9CED-4BE6-89CD-A5A5CCE63B3E}" type="parTrans" cxnId="{72C4D6D9-419A-42C1-A76D-84599F65BB08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F020958C-EF86-4274-85F9-318F2792F7B6}" type="sibTrans" cxnId="{72C4D6D9-419A-42C1-A76D-84599F65BB08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579089A8-5362-4BA4-9163-D19228C1808F}">
      <dgm:prSet phldr="0"/>
      <dgm:spPr/>
      <dgm:t>
        <a:bodyPr rtlCol="0"/>
        <a:lstStyle/>
        <a:p>
          <a:endParaRPr lang="en-GB" b="0" noProof="0" dirty="0">
            <a:solidFill>
              <a:schemeClr val="bg1"/>
            </a:solidFill>
            <a:latin typeface="Tenorite" pitchFamily="2" charset="0"/>
          </a:endParaRPr>
        </a:p>
      </dgm:t>
    </dgm:pt>
    <dgm:pt modelId="{FB2DEB6E-B29F-4E51-960A-23ECC62EBF38}" type="parTrans" cxnId="{4876CF51-F110-4E25-8FD4-08D25B4B0AB8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1C5328B1-AC18-4CF7-A034-BB0592F4A2A1}" type="sibTrans" cxnId="{4876CF51-F110-4E25-8FD4-08D25B4B0AB8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FA8F44BD-C8C7-462C-9756-1EC498E86842}">
      <dgm:prSet phldr="0"/>
      <dgm:spPr/>
      <dgm:t>
        <a:bodyPr rtlCol="0"/>
        <a:lstStyle/>
        <a:p>
          <a:pPr>
            <a:defRPr b="1"/>
          </a:pPr>
          <a:endParaRPr lang="en-GB" b="1" noProof="0" dirty="0">
            <a:solidFill>
              <a:schemeClr val="bg1"/>
            </a:solidFill>
            <a:latin typeface="Tenorite" pitchFamily="2" charset="0"/>
          </a:endParaRPr>
        </a:p>
      </dgm:t>
    </dgm:pt>
    <dgm:pt modelId="{F47063EE-4B58-4EDE-A4F2-A4BD81B82F21}" type="parTrans" cxnId="{0D51BD2E-4619-469B-B233-EBAC3D4D0BA6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8C8A9736-03DA-4B1C-A590-10B4AD89452B}" type="sibTrans" cxnId="{0D51BD2E-4619-469B-B233-EBAC3D4D0BA6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EFEB4D61-3A9C-4140-977F-3C3F5C9EE9D1}">
      <dgm:prSet phldr="0"/>
      <dgm:spPr/>
      <dgm:t>
        <a:bodyPr rtlCol="0"/>
        <a:lstStyle/>
        <a:p>
          <a:endParaRPr lang="en-GB" b="0" noProof="0" dirty="0">
            <a:solidFill>
              <a:schemeClr val="bg1"/>
            </a:solidFill>
            <a:latin typeface="Tenorite" pitchFamily="2" charset="0"/>
          </a:endParaRPr>
        </a:p>
      </dgm:t>
    </dgm:pt>
    <dgm:pt modelId="{57D352E4-0431-4F68-B8F1-61BFA34799AA}" type="parTrans" cxnId="{1B32EF2C-9DB5-4504-A9DA-B4956CC00208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0ECC32B6-1E7C-4AA4-9DBF-D69B7C5E64A9}" type="sibTrans" cxnId="{1B32EF2C-9DB5-4504-A9DA-B4956CC00208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8BAB5E6F-A65E-41DB-A296-0818B0E49F7C}">
      <dgm:prSet phldr="0"/>
      <dgm:spPr/>
      <dgm:t>
        <a:bodyPr rtlCol="0"/>
        <a:lstStyle/>
        <a:p>
          <a:pPr>
            <a:defRPr b="1"/>
          </a:pPr>
          <a:endParaRPr lang="en-GB" b="1" noProof="0" dirty="0">
            <a:solidFill>
              <a:schemeClr val="bg1"/>
            </a:solidFill>
            <a:latin typeface="Tenorite" pitchFamily="2" charset="0"/>
          </a:endParaRPr>
        </a:p>
      </dgm:t>
    </dgm:pt>
    <dgm:pt modelId="{886842C6-3EFC-4BE7-B417-415595758830}" type="parTrans" cxnId="{66B49C6C-FAFD-47B4-BF22-05A295C23D4E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B407F4C3-8FC9-4E91-A0EC-6B33713CC9A5}" type="sibTrans" cxnId="{66B49C6C-FAFD-47B4-BF22-05A295C23D4E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332BC85C-1CF3-4F8F-ACB7-5B6D53744AE1}">
      <dgm:prSet phldr="0"/>
      <dgm:spPr/>
      <dgm:t>
        <a:bodyPr rtlCol="0"/>
        <a:lstStyle/>
        <a:p>
          <a:endParaRPr lang="en-GB" b="0" noProof="0" dirty="0">
            <a:solidFill>
              <a:schemeClr val="bg1"/>
            </a:solidFill>
            <a:latin typeface="Tenorite" pitchFamily="2" charset="0"/>
          </a:endParaRPr>
        </a:p>
      </dgm:t>
    </dgm:pt>
    <dgm:pt modelId="{99F218FD-90FE-450E-A368-B3E3677E74E8}" type="parTrans" cxnId="{2617C475-F537-46A6-ADE1-4EB764853601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8D1CC686-B05C-4470-A959-236CC9C8BB70}" type="sibTrans" cxnId="{2617C475-F537-46A6-ADE1-4EB764853601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8B9AF88A-E1F7-4D3A-905F-87228D6A8655}">
      <dgm:prSet phldr="0"/>
      <dgm:spPr/>
      <dgm:t>
        <a:bodyPr rtlCol="0"/>
        <a:lstStyle/>
        <a:p>
          <a:pPr>
            <a:defRPr b="1"/>
          </a:pPr>
          <a:endParaRPr lang="en-GB" b="1" noProof="0" dirty="0">
            <a:solidFill>
              <a:schemeClr val="bg1"/>
            </a:solidFill>
            <a:latin typeface="Tenorite" pitchFamily="2" charset="0"/>
          </a:endParaRPr>
        </a:p>
      </dgm:t>
    </dgm:pt>
    <dgm:pt modelId="{933A8FED-7B84-4ED0-B6AA-2EE26A89B8EA}" type="parTrans" cxnId="{E1474FF3-8E3C-4B30-985C-CE88BA0FE324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F11DD6EC-352C-4A0E-84AA-FEBE2F06BCF9}" type="sibTrans" cxnId="{E1474FF3-8E3C-4B30-985C-CE88BA0FE324}">
      <dgm:prSet/>
      <dgm:spPr/>
      <dgm:t>
        <a:bodyPr rtlCol="0"/>
        <a:lstStyle/>
        <a:p>
          <a:pPr rtl="0"/>
          <a:endParaRPr lang="en-GB" noProof="0" dirty="0">
            <a:solidFill>
              <a:schemeClr val="bg1"/>
            </a:solidFill>
          </a:endParaRPr>
        </a:p>
      </dgm:t>
    </dgm:pt>
    <dgm:pt modelId="{6E9F3C9B-13CA-43A8-8836-0B2B41D07DEF}" type="pres">
      <dgm:prSet presAssocID="{05A24E01-5535-46B9-A9A1-A9A07E639A88}" presName="root" presStyleCnt="0">
        <dgm:presLayoutVars>
          <dgm:chMax/>
          <dgm:chPref/>
          <dgm:animLvl val="lvl"/>
        </dgm:presLayoutVars>
      </dgm:prSet>
      <dgm:spPr/>
    </dgm:pt>
    <dgm:pt modelId="{E8AACCBB-6709-4071-B389-3BB226B3A586}" type="pres">
      <dgm:prSet presAssocID="{05A24E01-5535-46B9-A9A1-A9A07E639A88}" presName="divider" presStyleLbl="fgAcc1" presStyleIdx="0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E6F74CED-5217-4282-85F1-1C12DC84731C}" type="pres">
      <dgm:prSet presAssocID="{05A24E01-5535-46B9-A9A1-A9A07E639A88}" presName="nodes" presStyleCnt="0">
        <dgm:presLayoutVars>
          <dgm:chMax/>
          <dgm:chPref/>
          <dgm:animLvl val="lvl"/>
        </dgm:presLayoutVars>
      </dgm:prSet>
      <dgm:spPr/>
    </dgm:pt>
    <dgm:pt modelId="{AC377099-4DAE-451C-ADE9-98036E2679B5}" type="pres">
      <dgm:prSet presAssocID="{58FF46FB-368D-4E9C-A650-0513B8879DA8}" presName="composite" presStyleCnt="0"/>
      <dgm:spPr/>
    </dgm:pt>
    <dgm:pt modelId="{B6C94ECD-6415-4250-B4AD-F67BF5BECFB8}" type="pres">
      <dgm:prSet presAssocID="{58FF46FB-368D-4E9C-A650-0513B8879DA8}" presName="ConnectorPoint" presStyleLbl="lnNode1" presStyleIdx="0" presStyleCnt="5"/>
      <dgm:spPr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0E99BB09-1B86-4308-A570-3981E6DD3A06}" type="pres">
      <dgm:prSet presAssocID="{58FF46FB-368D-4E9C-A650-0513B8879DA8}" presName="DropPinPlaceHolder" presStyleCnt="0"/>
      <dgm:spPr/>
    </dgm:pt>
    <dgm:pt modelId="{0ED6E8D6-BD44-4400-BC14-1BC75CB979A3}" type="pres">
      <dgm:prSet presAssocID="{58FF46FB-368D-4E9C-A650-0513B8879DA8}" presName="DropPin" presStyleLbl="alignNode1" presStyleIdx="0" presStyleCnt="5"/>
      <dgm:spPr>
        <a:solidFill>
          <a:schemeClr val="accent2"/>
        </a:solidFill>
      </dgm:spPr>
    </dgm:pt>
    <dgm:pt modelId="{5B7FC7CF-F58D-48D5-8BCC-38D6EE87890B}" type="pres">
      <dgm:prSet presAssocID="{58FF46FB-368D-4E9C-A650-0513B8879DA8}" presName="Ellipse" presStyleLbl="fgAcc1" presStyleIdx="1" presStyleCnt="6"/>
      <dgm:spPr>
        <a:solidFill>
          <a:schemeClr val="accent1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D2143A46-815A-49BF-9455-C0385022444F}" type="pres">
      <dgm:prSet presAssocID="{58FF46FB-368D-4E9C-A650-0513B8879DA8}" presName="L2TextContainer" presStyleLbl="revTx" presStyleIdx="0" presStyleCnt="10">
        <dgm:presLayoutVars>
          <dgm:bulletEnabled val="1"/>
        </dgm:presLayoutVars>
      </dgm:prSet>
      <dgm:spPr/>
    </dgm:pt>
    <dgm:pt modelId="{8E3FB235-DF38-476B-9A0E-B1E583D50944}" type="pres">
      <dgm:prSet presAssocID="{58FF46FB-368D-4E9C-A650-0513B8879DA8}" presName="L1TextContainer" presStyleLbl="revTx" presStyleIdx="1" presStyleCnt="10" custScaleX="85387">
        <dgm:presLayoutVars>
          <dgm:chMax val="1"/>
          <dgm:chPref val="1"/>
          <dgm:bulletEnabled val="1"/>
        </dgm:presLayoutVars>
      </dgm:prSet>
      <dgm:spPr/>
    </dgm:pt>
    <dgm:pt modelId="{9AA05CE5-209F-4AD9-BE2C-2A69F76DA8F4}" type="pres">
      <dgm:prSet presAssocID="{58FF46FB-368D-4E9C-A650-0513B8879DA8}" presName="ConnectLine" presStyleLbl="sibTrans1D1" presStyleIdx="0" presStyleCnt="5"/>
      <dgm:spPr>
        <a:noFill/>
        <a:ln w="12700" cap="flat" cmpd="sng" algn="ctr">
          <a:solidFill>
            <a:schemeClr val="accent2"/>
          </a:solidFill>
          <a:prstDash val="dash"/>
          <a:miter lim="800000"/>
        </a:ln>
        <a:effectLst/>
      </dgm:spPr>
    </dgm:pt>
    <dgm:pt modelId="{17350C28-DA10-4F3B-9FA2-0FE7C12A4ABE}" type="pres">
      <dgm:prSet presAssocID="{58FF46FB-368D-4E9C-A650-0513B8879DA8}" presName="EmptyPlaceHolder" presStyleCnt="0"/>
      <dgm:spPr/>
    </dgm:pt>
    <dgm:pt modelId="{6DA7B85E-9DC6-4F3B-A2BF-09CDEEDB43BC}" type="pres">
      <dgm:prSet presAssocID="{CFA40740-0682-470C-AD5A-CFF53CD12BD2}" presName="spaceBetweenRectangles" presStyleCnt="0"/>
      <dgm:spPr/>
    </dgm:pt>
    <dgm:pt modelId="{CF519A69-9940-494F-8406-D0D876E3CD26}" type="pres">
      <dgm:prSet presAssocID="{D05E1923-5021-40F7-B4EF-E582E23A699D}" presName="composite" presStyleCnt="0"/>
      <dgm:spPr/>
    </dgm:pt>
    <dgm:pt modelId="{714429FF-AAA3-4358-8C5F-1A7F29AA2B7B}" type="pres">
      <dgm:prSet presAssocID="{D05E1923-5021-40F7-B4EF-E582E23A699D}" presName="ConnectorPoint" presStyleLbl="lnNode1" presStyleIdx="1" presStyleCnt="5"/>
      <dgm:spPr>
        <a:solidFill>
          <a:schemeClr val="accent2"/>
        </a:solidFill>
        <a:ln w="6350" cap="flat" cmpd="sng" algn="ctr">
          <a:noFill/>
          <a:prstDash val="solid"/>
          <a:miter lim="800000"/>
        </a:ln>
        <a:effectLst/>
      </dgm:spPr>
    </dgm:pt>
    <dgm:pt modelId="{AB8B1E8E-162B-4E3E-9E31-BA5CFBD3ED9D}" type="pres">
      <dgm:prSet presAssocID="{D05E1923-5021-40F7-B4EF-E582E23A699D}" presName="DropPinPlaceHolder" presStyleCnt="0"/>
      <dgm:spPr/>
    </dgm:pt>
    <dgm:pt modelId="{358CAA11-0A87-4861-8B4E-913B1EAD1334}" type="pres">
      <dgm:prSet presAssocID="{D05E1923-5021-40F7-B4EF-E582E23A699D}" presName="DropPin" presStyleLbl="alignNode1" presStyleIdx="1" presStyleCnt="5"/>
      <dgm:spPr>
        <a:solidFill>
          <a:schemeClr val="accent2"/>
        </a:solidFill>
      </dgm:spPr>
    </dgm:pt>
    <dgm:pt modelId="{B1A1A837-F261-404B-A808-B2F4154CE8A2}" type="pres">
      <dgm:prSet presAssocID="{D05E1923-5021-40F7-B4EF-E582E23A699D}" presName="Ellipse" presStyleLbl="fgAcc1" presStyleIdx="2" presStyleCnt="6"/>
      <dgm:spPr>
        <a:solidFill>
          <a:schemeClr val="accent1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B5F3F650-2E42-488A-AD4F-C4BD47D19A84}" type="pres">
      <dgm:prSet presAssocID="{D05E1923-5021-40F7-B4EF-E582E23A699D}" presName="L2TextContainer" presStyleLbl="revTx" presStyleIdx="2" presStyleCnt="10">
        <dgm:presLayoutVars>
          <dgm:bulletEnabled val="1"/>
        </dgm:presLayoutVars>
      </dgm:prSet>
      <dgm:spPr/>
    </dgm:pt>
    <dgm:pt modelId="{223C5207-4FA2-4A6C-8F43-20BD55767C99}" type="pres">
      <dgm:prSet presAssocID="{D05E1923-5021-40F7-B4EF-E582E23A699D}" presName="L1TextContainer" presStyleLbl="revTx" presStyleIdx="3" presStyleCnt="10" custScaleX="85387" custScaleY="265035">
        <dgm:presLayoutVars>
          <dgm:chMax val="1"/>
          <dgm:chPref val="1"/>
          <dgm:bulletEnabled val="1"/>
        </dgm:presLayoutVars>
      </dgm:prSet>
      <dgm:spPr/>
    </dgm:pt>
    <dgm:pt modelId="{4FE5EB5D-4CEF-4D0D-9394-0534E61844BE}" type="pres">
      <dgm:prSet presAssocID="{D05E1923-5021-40F7-B4EF-E582E23A699D}" presName="ConnectLine" presStyleLbl="sibTrans1D1" presStyleIdx="1" presStyleCnt="5"/>
      <dgm:spPr>
        <a:noFill/>
        <a:ln w="12700" cap="flat" cmpd="sng" algn="ctr">
          <a:solidFill>
            <a:schemeClr val="accent2"/>
          </a:solidFill>
          <a:prstDash val="dash"/>
          <a:miter lim="800000"/>
        </a:ln>
        <a:effectLst/>
      </dgm:spPr>
    </dgm:pt>
    <dgm:pt modelId="{EC869059-0AEC-4D98-8C46-CB603A342C72}" type="pres">
      <dgm:prSet presAssocID="{D05E1923-5021-40F7-B4EF-E582E23A699D}" presName="EmptyPlaceHolder" presStyleCnt="0"/>
      <dgm:spPr/>
    </dgm:pt>
    <dgm:pt modelId="{408BA715-9739-461D-BFDE-88EDAE355E60}" type="pres">
      <dgm:prSet presAssocID="{F020958C-EF86-4274-85F9-318F2792F7B6}" presName="spaceBetweenRectangles" presStyleCnt="0"/>
      <dgm:spPr/>
    </dgm:pt>
    <dgm:pt modelId="{D512C7F9-87A6-4BA9-AFAC-03FF1578D945}" type="pres">
      <dgm:prSet presAssocID="{FA8F44BD-C8C7-462C-9756-1EC498E86842}" presName="composite" presStyleCnt="0"/>
      <dgm:spPr/>
    </dgm:pt>
    <dgm:pt modelId="{152AD014-AFD0-4700-A468-4D562874339A}" type="pres">
      <dgm:prSet presAssocID="{FA8F44BD-C8C7-462C-9756-1EC498E86842}" presName="ConnectorPoint" presStyleLbl="lnNode1" presStyleIdx="2" presStyleCnt="5"/>
      <dgm:spPr>
        <a:solidFill>
          <a:schemeClr val="accent2"/>
        </a:solidFill>
        <a:ln w="6350" cap="flat" cmpd="sng" algn="ctr">
          <a:noFill/>
          <a:prstDash val="solid"/>
          <a:miter lim="800000"/>
        </a:ln>
        <a:effectLst/>
      </dgm:spPr>
    </dgm:pt>
    <dgm:pt modelId="{6CE2C4D8-4380-442D-A6C2-0B468BF3C74C}" type="pres">
      <dgm:prSet presAssocID="{FA8F44BD-C8C7-462C-9756-1EC498E86842}" presName="DropPinPlaceHolder" presStyleCnt="0"/>
      <dgm:spPr/>
    </dgm:pt>
    <dgm:pt modelId="{72C82E90-F103-439C-8371-CFFB0927B9DE}" type="pres">
      <dgm:prSet presAssocID="{FA8F44BD-C8C7-462C-9756-1EC498E86842}" presName="DropPin" presStyleLbl="alignNode1" presStyleIdx="2" presStyleCnt="5"/>
      <dgm:spPr>
        <a:solidFill>
          <a:schemeClr val="accent2"/>
        </a:solidFill>
      </dgm:spPr>
    </dgm:pt>
    <dgm:pt modelId="{5D519322-C1DD-47AE-92C0-13575134BC76}" type="pres">
      <dgm:prSet presAssocID="{FA8F44BD-C8C7-462C-9756-1EC498E86842}" presName="Ellipse" presStyleLbl="fgAcc1" presStyleIdx="3" presStyleCnt="6"/>
      <dgm:spPr>
        <a:solidFill>
          <a:schemeClr val="accent1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6DDA0FE-83E2-423C-9F13-58A61EB68487}" type="pres">
      <dgm:prSet presAssocID="{FA8F44BD-C8C7-462C-9756-1EC498E86842}" presName="L2TextContainer" presStyleLbl="revTx" presStyleIdx="4" presStyleCnt="10">
        <dgm:presLayoutVars>
          <dgm:bulletEnabled val="1"/>
        </dgm:presLayoutVars>
      </dgm:prSet>
      <dgm:spPr/>
    </dgm:pt>
    <dgm:pt modelId="{2D6C7916-1130-46A8-833B-A6278CBD2192}" type="pres">
      <dgm:prSet presAssocID="{FA8F44BD-C8C7-462C-9756-1EC498E86842}" presName="L1TextContainer" presStyleLbl="revTx" presStyleIdx="5" presStyleCnt="10" custScaleX="85387" custLinFactNeighborX="0">
        <dgm:presLayoutVars>
          <dgm:chMax val="1"/>
          <dgm:chPref val="1"/>
          <dgm:bulletEnabled val="1"/>
        </dgm:presLayoutVars>
      </dgm:prSet>
      <dgm:spPr/>
    </dgm:pt>
    <dgm:pt modelId="{4D953791-5C2F-4A75-A8F4-6ED7EAB5E015}" type="pres">
      <dgm:prSet presAssocID="{FA8F44BD-C8C7-462C-9756-1EC498E86842}" presName="ConnectLine" presStyleLbl="sibTrans1D1" presStyleIdx="2" presStyleCnt="5"/>
      <dgm:spPr>
        <a:noFill/>
        <a:ln w="12700" cap="flat" cmpd="sng" algn="ctr">
          <a:solidFill>
            <a:schemeClr val="accent2"/>
          </a:solidFill>
          <a:prstDash val="dash"/>
          <a:miter lim="800000"/>
        </a:ln>
        <a:effectLst/>
      </dgm:spPr>
    </dgm:pt>
    <dgm:pt modelId="{22A72E40-4DCC-4F48-AADD-29738FD37A2C}" type="pres">
      <dgm:prSet presAssocID="{FA8F44BD-C8C7-462C-9756-1EC498E86842}" presName="EmptyPlaceHolder" presStyleCnt="0"/>
      <dgm:spPr/>
    </dgm:pt>
    <dgm:pt modelId="{E168BB9F-20D9-474F-9E39-4872B40634C6}" type="pres">
      <dgm:prSet presAssocID="{8C8A9736-03DA-4B1C-A590-10B4AD89452B}" presName="spaceBetweenRectangles" presStyleCnt="0"/>
      <dgm:spPr/>
    </dgm:pt>
    <dgm:pt modelId="{A62622B1-7EF4-49B6-9AC7-B54F0E2A0C74}" type="pres">
      <dgm:prSet presAssocID="{8BAB5E6F-A65E-41DB-A296-0818B0E49F7C}" presName="composite" presStyleCnt="0"/>
      <dgm:spPr/>
    </dgm:pt>
    <dgm:pt modelId="{14282312-87CB-41BB-A02D-C594BBEF33C7}" type="pres">
      <dgm:prSet presAssocID="{8BAB5E6F-A65E-41DB-A296-0818B0E49F7C}" presName="ConnectorPoint" presStyleLbl="lnNode1" presStyleIdx="3" presStyleCnt="5"/>
      <dgm:spPr>
        <a:solidFill>
          <a:schemeClr val="accent2"/>
        </a:solidFill>
        <a:ln w="6350" cap="flat" cmpd="sng" algn="ctr">
          <a:noFill/>
          <a:prstDash val="solid"/>
          <a:miter lim="800000"/>
        </a:ln>
        <a:effectLst/>
      </dgm:spPr>
    </dgm:pt>
    <dgm:pt modelId="{D554C1A5-AF8E-41FC-A779-25BD6B11F91F}" type="pres">
      <dgm:prSet presAssocID="{8BAB5E6F-A65E-41DB-A296-0818B0E49F7C}" presName="DropPinPlaceHolder" presStyleCnt="0"/>
      <dgm:spPr/>
    </dgm:pt>
    <dgm:pt modelId="{17331DD9-74CF-4A3A-86BA-F4B9DBEAB944}" type="pres">
      <dgm:prSet presAssocID="{8BAB5E6F-A65E-41DB-A296-0818B0E49F7C}" presName="DropPin" presStyleLbl="alignNode1" presStyleIdx="3" presStyleCnt="5"/>
      <dgm:spPr>
        <a:solidFill>
          <a:schemeClr val="accent2"/>
        </a:solidFill>
      </dgm:spPr>
    </dgm:pt>
    <dgm:pt modelId="{515AAB83-BD07-4B9E-9A3B-858C0B126F9C}" type="pres">
      <dgm:prSet presAssocID="{8BAB5E6F-A65E-41DB-A296-0818B0E49F7C}" presName="Ellipse" presStyleLbl="fgAcc1" presStyleIdx="4" presStyleCnt="6"/>
      <dgm:spPr>
        <a:solidFill>
          <a:schemeClr val="accent1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08CB2D5A-F46A-4E0E-9575-15F31D04AAC6}" type="pres">
      <dgm:prSet presAssocID="{8BAB5E6F-A65E-41DB-A296-0818B0E49F7C}" presName="L2TextContainer" presStyleLbl="revTx" presStyleIdx="6" presStyleCnt="10">
        <dgm:presLayoutVars>
          <dgm:bulletEnabled val="1"/>
        </dgm:presLayoutVars>
      </dgm:prSet>
      <dgm:spPr/>
    </dgm:pt>
    <dgm:pt modelId="{7C1E6B4A-59F7-4018-A403-E1CCAEE78BA1}" type="pres">
      <dgm:prSet presAssocID="{8BAB5E6F-A65E-41DB-A296-0818B0E49F7C}" presName="L1TextContainer" presStyleLbl="revTx" presStyleIdx="7" presStyleCnt="10" custScaleX="85387">
        <dgm:presLayoutVars>
          <dgm:chMax val="1"/>
          <dgm:chPref val="1"/>
          <dgm:bulletEnabled val="1"/>
        </dgm:presLayoutVars>
      </dgm:prSet>
      <dgm:spPr/>
    </dgm:pt>
    <dgm:pt modelId="{A03C5372-D306-43AC-B406-6F8183849431}" type="pres">
      <dgm:prSet presAssocID="{8BAB5E6F-A65E-41DB-A296-0818B0E49F7C}" presName="ConnectLine" presStyleLbl="sibTrans1D1" presStyleIdx="3" presStyleCnt="5"/>
      <dgm:spPr>
        <a:noFill/>
        <a:ln w="12700" cap="flat" cmpd="sng" algn="ctr">
          <a:solidFill>
            <a:schemeClr val="accent2"/>
          </a:solidFill>
          <a:prstDash val="dash"/>
          <a:miter lim="800000"/>
        </a:ln>
        <a:effectLst/>
      </dgm:spPr>
    </dgm:pt>
    <dgm:pt modelId="{90926F0B-05E0-48AF-9C69-5C494731F877}" type="pres">
      <dgm:prSet presAssocID="{8BAB5E6F-A65E-41DB-A296-0818B0E49F7C}" presName="EmptyPlaceHolder" presStyleCnt="0"/>
      <dgm:spPr/>
    </dgm:pt>
    <dgm:pt modelId="{9EA695E3-93D5-405B-8AF6-0B8537A964FD}" type="pres">
      <dgm:prSet presAssocID="{B407F4C3-8FC9-4E91-A0EC-6B33713CC9A5}" presName="spaceBetweenRectangles" presStyleCnt="0"/>
      <dgm:spPr/>
    </dgm:pt>
    <dgm:pt modelId="{05956D37-804F-419D-9E8C-30D41D06DC3E}" type="pres">
      <dgm:prSet presAssocID="{8B9AF88A-E1F7-4D3A-905F-87228D6A8655}" presName="composite" presStyleCnt="0"/>
      <dgm:spPr/>
    </dgm:pt>
    <dgm:pt modelId="{58B7B786-A0AD-4662-8D54-C5C572D2C32C}" type="pres">
      <dgm:prSet presAssocID="{8B9AF88A-E1F7-4D3A-905F-87228D6A8655}" presName="ConnectorPoint" presStyleLbl="lnNode1" presStyleIdx="4" presStyleCnt="5"/>
      <dgm:spPr>
        <a:solidFill>
          <a:schemeClr val="accent2"/>
        </a:solidFill>
        <a:ln w="6350" cap="flat" cmpd="sng" algn="ctr">
          <a:noFill/>
          <a:prstDash val="solid"/>
          <a:miter lim="800000"/>
        </a:ln>
        <a:effectLst/>
      </dgm:spPr>
    </dgm:pt>
    <dgm:pt modelId="{E4704426-333D-4092-A035-BBC55DB8579D}" type="pres">
      <dgm:prSet presAssocID="{8B9AF88A-E1F7-4D3A-905F-87228D6A8655}" presName="DropPinPlaceHolder" presStyleCnt="0"/>
      <dgm:spPr/>
    </dgm:pt>
    <dgm:pt modelId="{A55439AF-6893-479D-8B57-31FBC13C553F}" type="pres">
      <dgm:prSet presAssocID="{8B9AF88A-E1F7-4D3A-905F-87228D6A8655}" presName="DropPin" presStyleLbl="alignNode1" presStyleIdx="4" presStyleCnt="5"/>
      <dgm:spPr>
        <a:solidFill>
          <a:schemeClr val="accent2"/>
        </a:solidFill>
      </dgm:spPr>
    </dgm:pt>
    <dgm:pt modelId="{A22B1C16-7FF0-4DBE-B32E-E43FEB1E2EAC}" type="pres">
      <dgm:prSet presAssocID="{8B9AF88A-E1F7-4D3A-905F-87228D6A8655}" presName="Ellipse" presStyleLbl="fgAcc1" presStyleIdx="5" presStyleCnt="6"/>
      <dgm:spPr>
        <a:solidFill>
          <a:schemeClr val="accent1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1B55AA6D-649D-4145-93EB-08B866A4D4E5}" type="pres">
      <dgm:prSet presAssocID="{8B9AF88A-E1F7-4D3A-905F-87228D6A8655}" presName="L2TextContainer" presStyleLbl="revTx" presStyleIdx="8" presStyleCnt="10">
        <dgm:presLayoutVars>
          <dgm:bulletEnabled val="1"/>
        </dgm:presLayoutVars>
      </dgm:prSet>
      <dgm:spPr/>
    </dgm:pt>
    <dgm:pt modelId="{3FA5D5AE-9CAE-4D19-9765-BCEE62095312}" type="pres">
      <dgm:prSet presAssocID="{8B9AF88A-E1F7-4D3A-905F-87228D6A8655}" presName="L1TextContainer" presStyleLbl="revTx" presStyleIdx="9" presStyleCnt="10" custScaleX="85387">
        <dgm:presLayoutVars>
          <dgm:chMax val="1"/>
          <dgm:chPref val="1"/>
          <dgm:bulletEnabled val="1"/>
        </dgm:presLayoutVars>
      </dgm:prSet>
      <dgm:spPr/>
    </dgm:pt>
    <dgm:pt modelId="{FE6CA7EB-68EC-4E76-9051-08C4CF370101}" type="pres">
      <dgm:prSet presAssocID="{8B9AF88A-E1F7-4D3A-905F-87228D6A8655}" presName="ConnectLine" presStyleLbl="sibTrans1D1" presStyleIdx="4" presStyleCnt="5"/>
      <dgm:spPr>
        <a:noFill/>
        <a:ln w="12700" cap="flat" cmpd="sng" algn="ctr">
          <a:solidFill>
            <a:schemeClr val="accent2"/>
          </a:solidFill>
          <a:prstDash val="dash"/>
          <a:miter lim="800000"/>
        </a:ln>
        <a:effectLst/>
      </dgm:spPr>
    </dgm:pt>
    <dgm:pt modelId="{070CED43-982E-487C-9CC2-CFAEABD4D2D8}" type="pres">
      <dgm:prSet presAssocID="{8B9AF88A-E1F7-4D3A-905F-87228D6A8655}" presName="EmptyPlaceHolder" presStyleCnt="0"/>
      <dgm:spPr/>
    </dgm:pt>
  </dgm:ptLst>
  <dgm:cxnLst>
    <dgm:cxn modelId="{1E92940A-250B-4494-B40F-3DA807C7CB42}" type="presOf" srcId="{DF1ABFB3-B399-406F-91BD-DCDF9A38526B}" destId="{1B55AA6D-649D-4145-93EB-08B866A4D4E5}" srcOrd="0" destOrd="0" presId="urn:microsoft.com/office/officeart/2017/3/layout/DropPinTimeline"/>
    <dgm:cxn modelId="{C3A1C60D-63BB-4E34-AD47-96AABDB6084E}" type="presOf" srcId="{D05E1923-5021-40F7-B4EF-E582E23A699D}" destId="{223C5207-4FA2-4A6C-8F43-20BD55767C99}" srcOrd="0" destOrd="0" presId="urn:microsoft.com/office/officeart/2017/3/layout/DropPinTimeline"/>
    <dgm:cxn modelId="{5F3B0F1C-AD09-448C-A081-46D11DC987C6}" type="presOf" srcId="{8B9AF88A-E1F7-4D3A-905F-87228D6A8655}" destId="{3FA5D5AE-9CAE-4D19-9765-BCEE62095312}" srcOrd="0" destOrd="0" presId="urn:microsoft.com/office/officeart/2017/3/layout/DropPinTimeline"/>
    <dgm:cxn modelId="{E0E45028-839A-4135-AA56-517D3BAA0708}" type="presOf" srcId="{8BAB5E6F-A65E-41DB-A296-0818B0E49F7C}" destId="{7C1E6B4A-59F7-4018-A403-E1CCAEE78BA1}" srcOrd="0" destOrd="0" presId="urn:microsoft.com/office/officeart/2017/3/layout/DropPinTimeline"/>
    <dgm:cxn modelId="{1B32EF2C-9DB5-4504-A9DA-B4956CC00208}" srcId="{FA8F44BD-C8C7-462C-9756-1EC498E86842}" destId="{EFEB4D61-3A9C-4140-977F-3C3F5C9EE9D1}" srcOrd="0" destOrd="0" parTransId="{57D352E4-0431-4F68-B8F1-61BFA34799AA}" sibTransId="{0ECC32B6-1E7C-4AA4-9DBF-D69B7C5E64A9}"/>
    <dgm:cxn modelId="{0D51BD2E-4619-469B-B233-EBAC3D4D0BA6}" srcId="{05A24E01-5535-46B9-A9A1-A9A07E639A88}" destId="{FA8F44BD-C8C7-462C-9756-1EC498E86842}" srcOrd="2" destOrd="0" parTransId="{F47063EE-4B58-4EDE-A4F2-A4BD81B82F21}" sibTransId="{8C8A9736-03DA-4B1C-A590-10B4AD89452B}"/>
    <dgm:cxn modelId="{C5645B39-CB65-4A0A-B369-E455C3B827C3}" srcId="{05A24E01-5535-46B9-A9A1-A9A07E639A88}" destId="{58FF46FB-368D-4E9C-A650-0513B8879DA8}" srcOrd="0" destOrd="0" parTransId="{11DFA284-5E99-474D-BF05-364A45269DC7}" sibTransId="{CFA40740-0682-470C-AD5A-CFF53CD12BD2}"/>
    <dgm:cxn modelId="{7DDF5444-F976-4F04-88A9-CF8B15238792}" type="presOf" srcId="{58FF46FB-368D-4E9C-A650-0513B8879DA8}" destId="{8E3FB235-DF38-476B-9A0E-B1E583D50944}" srcOrd="0" destOrd="0" presId="urn:microsoft.com/office/officeart/2017/3/layout/DropPinTimeline"/>
    <dgm:cxn modelId="{1690634A-EBA7-4881-9E5F-0C82421D4CDF}" type="presOf" srcId="{FA8F44BD-C8C7-462C-9756-1EC498E86842}" destId="{2D6C7916-1130-46A8-833B-A6278CBD2192}" srcOrd="0" destOrd="0" presId="urn:microsoft.com/office/officeart/2017/3/layout/DropPinTimeline"/>
    <dgm:cxn modelId="{B659504B-18E4-4D89-A17C-34ABB280AE52}" srcId="{58FF46FB-368D-4E9C-A650-0513B8879DA8}" destId="{9A875394-CA1E-4432-AEEB-9054FCFF5E0E}" srcOrd="0" destOrd="0" parTransId="{FCC92BDD-6EA3-421D-9DA8-7D3A12D003B6}" sibTransId="{0314452B-82A0-42F4-9551-DF00CFFC3580}"/>
    <dgm:cxn modelId="{66B49C6C-FAFD-47B4-BF22-05A295C23D4E}" srcId="{05A24E01-5535-46B9-A9A1-A9A07E639A88}" destId="{8BAB5E6F-A65E-41DB-A296-0818B0E49F7C}" srcOrd="3" destOrd="0" parTransId="{886842C6-3EFC-4BE7-B417-415595758830}" sibTransId="{B407F4C3-8FC9-4E91-A0EC-6B33713CC9A5}"/>
    <dgm:cxn modelId="{15319551-A9EA-462E-845B-E5251E84291F}" srcId="{8B9AF88A-E1F7-4D3A-905F-87228D6A8655}" destId="{DF1ABFB3-B399-406F-91BD-DCDF9A38526B}" srcOrd="0" destOrd="0" parTransId="{78CB0E27-958C-4066-A189-8B36505E8204}" sibTransId="{70E4A1D3-514E-4327-991D-5CC9C6B41885}"/>
    <dgm:cxn modelId="{4876CF51-F110-4E25-8FD4-08D25B4B0AB8}" srcId="{D05E1923-5021-40F7-B4EF-E582E23A699D}" destId="{579089A8-5362-4BA4-9163-D19228C1808F}" srcOrd="0" destOrd="0" parTransId="{FB2DEB6E-B29F-4E51-960A-23ECC62EBF38}" sibTransId="{1C5328B1-AC18-4CF7-A034-BB0592F4A2A1}"/>
    <dgm:cxn modelId="{2617C475-F537-46A6-ADE1-4EB764853601}" srcId="{8BAB5E6F-A65E-41DB-A296-0818B0E49F7C}" destId="{332BC85C-1CF3-4F8F-ACB7-5B6D53744AE1}" srcOrd="0" destOrd="0" parTransId="{99F218FD-90FE-450E-A368-B3E3677E74E8}" sibTransId="{8D1CC686-B05C-4470-A959-236CC9C8BB70}"/>
    <dgm:cxn modelId="{B9F0B583-D02F-4EF4-83A8-DFD7B32B9433}" type="presOf" srcId="{9A875394-CA1E-4432-AEEB-9054FCFF5E0E}" destId="{D2143A46-815A-49BF-9455-C0385022444F}" srcOrd="0" destOrd="0" presId="urn:microsoft.com/office/officeart/2017/3/layout/DropPinTimeline"/>
    <dgm:cxn modelId="{DF6168D4-4FC3-42E4-8DAA-85BA8A678933}" type="presOf" srcId="{332BC85C-1CF3-4F8F-ACB7-5B6D53744AE1}" destId="{08CB2D5A-F46A-4E0E-9575-15F31D04AAC6}" srcOrd="0" destOrd="0" presId="urn:microsoft.com/office/officeart/2017/3/layout/DropPinTimeline"/>
    <dgm:cxn modelId="{72C4D6D9-419A-42C1-A76D-84599F65BB08}" srcId="{05A24E01-5535-46B9-A9A1-A9A07E639A88}" destId="{D05E1923-5021-40F7-B4EF-E582E23A699D}" srcOrd="1" destOrd="0" parTransId="{FD6C5CD2-9CED-4BE6-89CD-A5A5CCE63B3E}" sibTransId="{F020958C-EF86-4274-85F9-318F2792F7B6}"/>
    <dgm:cxn modelId="{C6A73EDB-89B0-4756-9ECD-83E9B8AB77E5}" type="presOf" srcId="{EFEB4D61-3A9C-4140-977F-3C3F5C9EE9D1}" destId="{96DDA0FE-83E2-423C-9F13-58A61EB68487}" srcOrd="0" destOrd="0" presId="urn:microsoft.com/office/officeart/2017/3/layout/DropPinTimeline"/>
    <dgm:cxn modelId="{FE7849EA-5B37-43C8-B217-CD4E30A8E545}" type="presOf" srcId="{05A24E01-5535-46B9-A9A1-A9A07E639A88}" destId="{6E9F3C9B-13CA-43A8-8836-0B2B41D07DEF}" srcOrd="0" destOrd="0" presId="urn:microsoft.com/office/officeart/2017/3/layout/DropPinTimeline"/>
    <dgm:cxn modelId="{E1474FF3-8E3C-4B30-985C-CE88BA0FE324}" srcId="{05A24E01-5535-46B9-A9A1-A9A07E639A88}" destId="{8B9AF88A-E1F7-4D3A-905F-87228D6A8655}" srcOrd="4" destOrd="0" parTransId="{933A8FED-7B84-4ED0-B6AA-2EE26A89B8EA}" sibTransId="{F11DD6EC-352C-4A0E-84AA-FEBE2F06BCF9}"/>
    <dgm:cxn modelId="{DC6269F4-0C31-4613-A809-E8E029CAD0D1}" type="presOf" srcId="{579089A8-5362-4BA4-9163-D19228C1808F}" destId="{B5F3F650-2E42-488A-AD4F-C4BD47D19A84}" srcOrd="0" destOrd="0" presId="urn:microsoft.com/office/officeart/2017/3/layout/DropPinTimeline"/>
    <dgm:cxn modelId="{2FED2A5E-98EB-4859-AB3F-062F22EEC890}" type="presParOf" srcId="{6E9F3C9B-13CA-43A8-8836-0B2B41D07DEF}" destId="{E8AACCBB-6709-4071-B389-3BB226B3A586}" srcOrd="0" destOrd="0" presId="urn:microsoft.com/office/officeart/2017/3/layout/DropPinTimeline"/>
    <dgm:cxn modelId="{6DE443D7-8EE2-4FBC-842D-B6B9C44204D0}" type="presParOf" srcId="{6E9F3C9B-13CA-43A8-8836-0B2B41D07DEF}" destId="{E6F74CED-5217-4282-85F1-1C12DC84731C}" srcOrd="1" destOrd="0" presId="urn:microsoft.com/office/officeart/2017/3/layout/DropPinTimeline"/>
    <dgm:cxn modelId="{C773189E-DF31-4C58-A290-F5DFD7DCF8B1}" type="presParOf" srcId="{E6F74CED-5217-4282-85F1-1C12DC84731C}" destId="{AC377099-4DAE-451C-ADE9-98036E2679B5}" srcOrd="0" destOrd="0" presId="urn:microsoft.com/office/officeart/2017/3/layout/DropPinTimeline"/>
    <dgm:cxn modelId="{04D71AD3-A9B8-46E1-AB82-BB594FCE110E}" type="presParOf" srcId="{AC377099-4DAE-451C-ADE9-98036E2679B5}" destId="{B6C94ECD-6415-4250-B4AD-F67BF5BECFB8}" srcOrd="0" destOrd="0" presId="urn:microsoft.com/office/officeart/2017/3/layout/DropPinTimeline"/>
    <dgm:cxn modelId="{4D9D677D-9448-43AF-978B-5C7E7661F4F9}" type="presParOf" srcId="{AC377099-4DAE-451C-ADE9-98036E2679B5}" destId="{0E99BB09-1B86-4308-A570-3981E6DD3A06}" srcOrd="1" destOrd="0" presId="urn:microsoft.com/office/officeart/2017/3/layout/DropPinTimeline"/>
    <dgm:cxn modelId="{C213A57E-D4AE-4C05-AA12-FE8CC1989639}" type="presParOf" srcId="{0E99BB09-1B86-4308-A570-3981E6DD3A06}" destId="{0ED6E8D6-BD44-4400-BC14-1BC75CB979A3}" srcOrd="0" destOrd="0" presId="urn:microsoft.com/office/officeart/2017/3/layout/DropPinTimeline"/>
    <dgm:cxn modelId="{927F0821-BB24-4368-A4D4-046EB89F39DD}" type="presParOf" srcId="{0E99BB09-1B86-4308-A570-3981E6DD3A06}" destId="{5B7FC7CF-F58D-48D5-8BCC-38D6EE87890B}" srcOrd="1" destOrd="0" presId="urn:microsoft.com/office/officeart/2017/3/layout/DropPinTimeline"/>
    <dgm:cxn modelId="{F517DE46-1EA2-46F3-8833-EE234EEF5B09}" type="presParOf" srcId="{AC377099-4DAE-451C-ADE9-98036E2679B5}" destId="{D2143A46-815A-49BF-9455-C0385022444F}" srcOrd="2" destOrd="0" presId="urn:microsoft.com/office/officeart/2017/3/layout/DropPinTimeline"/>
    <dgm:cxn modelId="{75F0F73C-AD49-4A34-842E-A65EF46645BA}" type="presParOf" srcId="{AC377099-4DAE-451C-ADE9-98036E2679B5}" destId="{8E3FB235-DF38-476B-9A0E-B1E583D50944}" srcOrd="3" destOrd="0" presId="urn:microsoft.com/office/officeart/2017/3/layout/DropPinTimeline"/>
    <dgm:cxn modelId="{071A2262-20BC-4D30-AB90-12B0A0FEB6EF}" type="presParOf" srcId="{AC377099-4DAE-451C-ADE9-98036E2679B5}" destId="{9AA05CE5-209F-4AD9-BE2C-2A69F76DA8F4}" srcOrd="4" destOrd="0" presId="urn:microsoft.com/office/officeart/2017/3/layout/DropPinTimeline"/>
    <dgm:cxn modelId="{0D0471BD-C944-46DB-9B0D-12B6F025E4F4}" type="presParOf" srcId="{AC377099-4DAE-451C-ADE9-98036E2679B5}" destId="{17350C28-DA10-4F3B-9FA2-0FE7C12A4ABE}" srcOrd="5" destOrd="0" presId="urn:microsoft.com/office/officeart/2017/3/layout/DropPinTimeline"/>
    <dgm:cxn modelId="{37FF9AEE-1EE5-440D-B822-B54671B03AAC}" type="presParOf" srcId="{E6F74CED-5217-4282-85F1-1C12DC84731C}" destId="{6DA7B85E-9DC6-4F3B-A2BF-09CDEEDB43BC}" srcOrd="1" destOrd="0" presId="urn:microsoft.com/office/officeart/2017/3/layout/DropPinTimeline"/>
    <dgm:cxn modelId="{3FF77B45-DC34-4E18-8B7E-49C274966E23}" type="presParOf" srcId="{E6F74CED-5217-4282-85F1-1C12DC84731C}" destId="{CF519A69-9940-494F-8406-D0D876E3CD26}" srcOrd="2" destOrd="0" presId="urn:microsoft.com/office/officeart/2017/3/layout/DropPinTimeline"/>
    <dgm:cxn modelId="{4E60349A-D4EB-4BFE-9374-0F079D59B1FC}" type="presParOf" srcId="{CF519A69-9940-494F-8406-D0D876E3CD26}" destId="{714429FF-AAA3-4358-8C5F-1A7F29AA2B7B}" srcOrd="0" destOrd="0" presId="urn:microsoft.com/office/officeart/2017/3/layout/DropPinTimeline"/>
    <dgm:cxn modelId="{0B07CD93-B91C-4CAF-B94C-3237B0C6F601}" type="presParOf" srcId="{CF519A69-9940-494F-8406-D0D876E3CD26}" destId="{AB8B1E8E-162B-4E3E-9E31-BA5CFBD3ED9D}" srcOrd="1" destOrd="0" presId="urn:microsoft.com/office/officeart/2017/3/layout/DropPinTimeline"/>
    <dgm:cxn modelId="{BB97917A-2BFB-4D8A-94BD-816B0C62D6F6}" type="presParOf" srcId="{AB8B1E8E-162B-4E3E-9E31-BA5CFBD3ED9D}" destId="{358CAA11-0A87-4861-8B4E-913B1EAD1334}" srcOrd="0" destOrd="0" presId="urn:microsoft.com/office/officeart/2017/3/layout/DropPinTimeline"/>
    <dgm:cxn modelId="{FDC4D318-B3AD-4E39-8663-3AFB57531D79}" type="presParOf" srcId="{AB8B1E8E-162B-4E3E-9E31-BA5CFBD3ED9D}" destId="{B1A1A837-F261-404B-A808-B2F4154CE8A2}" srcOrd="1" destOrd="0" presId="urn:microsoft.com/office/officeart/2017/3/layout/DropPinTimeline"/>
    <dgm:cxn modelId="{7F53703E-9DF0-45E5-AC76-7E0CCD3B06EA}" type="presParOf" srcId="{CF519A69-9940-494F-8406-D0D876E3CD26}" destId="{B5F3F650-2E42-488A-AD4F-C4BD47D19A84}" srcOrd="2" destOrd="0" presId="urn:microsoft.com/office/officeart/2017/3/layout/DropPinTimeline"/>
    <dgm:cxn modelId="{B59937ED-9C59-4BBD-AA3C-5D9159504926}" type="presParOf" srcId="{CF519A69-9940-494F-8406-D0D876E3CD26}" destId="{223C5207-4FA2-4A6C-8F43-20BD55767C99}" srcOrd="3" destOrd="0" presId="urn:microsoft.com/office/officeart/2017/3/layout/DropPinTimeline"/>
    <dgm:cxn modelId="{470C2FBB-9D40-4F2C-8107-12E2CA0E70BE}" type="presParOf" srcId="{CF519A69-9940-494F-8406-D0D876E3CD26}" destId="{4FE5EB5D-4CEF-4D0D-9394-0534E61844BE}" srcOrd="4" destOrd="0" presId="urn:microsoft.com/office/officeart/2017/3/layout/DropPinTimeline"/>
    <dgm:cxn modelId="{C1237DFD-87FD-434B-A5C8-02108EF43081}" type="presParOf" srcId="{CF519A69-9940-494F-8406-D0D876E3CD26}" destId="{EC869059-0AEC-4D98-8C46-CB603A342C72}" srcOrd="5" destOrd="0" presId="urn:microsoft.com/office/officeart/2017/3/layout/DropPinTimeline"/>
    <dgm:cxn modelId="{7A1441D0-A5AA-4E6C-9388-511DA29929BF}" type="presParOf" srcId="{E6F74CED-5217-4282-85F1-1C12DC84731C}" destId="{408BA715-9739-461D-BFDE-88EDAE355E60}" srcOrd="3" destOrd="0" presId="urn:microsoft.com/office/officeart/2017/3/layout/DropPinTimeline"/>
    <dgm:cxn modelId="{087F2A81-CFD9-4BF8-96FC-2D4ABA32462F}" type="presParOf" srcId="{E6F74CED-5217-4282-85F1-1C12DC84731C}" destId="{D512C7F9-87A6-4BA9-AFAC-03FF1578D945}" srcOrd="4" destOrd="0" presId="urn:microsoft.com/office/officeart/2017/3/layout/DropPinTimeline"/>
    <dgm:cxn modelId="{8C6217DA-A763-4946-99A2-03C618C428AF}" type="presParOf" srcId="{D512C7F9-87A6-4BA9-AFAC-03FF1578D945}" destId="{152AD014-AFD0-4700-A468-4D562874339A}" srcOrd="0" destOrd="0" presId="urn:microsoft.com/office/officeart/2017/3/layout/DropPinTimeline"/>
    <dgm:cxn modelId="{A6A34287-F5FF-46EE-9A88-F2ECF73903CE}" type="presParOf" srcId="{D512C7F9-87A6-4BA9-AFAC-03FF1578D945}" destId="{6CE2C4D8-4380-442D-A6C2-0B468BF3C74C}" srcOrd="1" destOrd="0" presId="urn:microsoft.com/office/officeart/2017/3/layout/DropPinTimeline"/>
    <dgm:cxn modelId="{D28BF9CF-F026-4786-A1AC-F4F785C54591}" type="presParOf" srcId="{6CE2C4D8-4380-442D-A6C2-0B468BF3C74C}" destId="{72C82E90-F103-439C-8371-CFFB0927B9DE}" srcOrd="0" destOrd="0" presId="urn:microsoft.com/office/officeart/2017/3/layout/DropPinTimeline"/>
    <dgm:cxn modelId="{E33A6BB5-6D3A-4D44-AEFC-75BAB101C26D}" type="presParOf" srcId="{6CE2C4D8-4380-442D-A6C2-0B468BF3C74C}" destId="{5D519322-C1DD-47AE-92C0-13575134BC76}" srcOrd="1" destOrd="0" presId="urn:microsoft.com/office/officeart/2017/3/layout/DropPinTimeline"/>
    <dgm:cxn modelId="{0BFD1614-5731-4306-81F7-E2C949C32A93}" type="presParOf" srcId="{D512C7F9-87A6-4BA9-AFAC-03FF1578D945}" destId="{96DDA0FE-83E2-423C-9F13-58A61EB68487}" srcOrd="2" destOrd="0" presId="urn:microsoft.com/office/officeart/2017/3/layout/DropPinTimeline"/>
    <dgm:cxn modelId="{06EDED26-E685-42BC-BFC2-75C7EA695E40}" type="presParOf" srcId="{D512C7F9-87A6-4BA9-AFAC-03FF1578D945}" destId="{2D6C7916-1130-46A8-833B-A6278CBD2192}" srcOrd="3" destOrd="0" presId="urn:microsoft.com/office/officeart/2017/3/layout/DropPinTimeline"/>
    <dgm:cxn modelId="{A20C8A5A-2D9A-4EF7-BC83-D5EE4B16698D}" type="presParOf" srcId="{D512C7F9-87A6-4BA9-AFAC-03FF1578D945}" destId="{4D953791-5C2F-4A75-A8F4-6ED7EAB5E015}" srcOrd="4" destOrd="0" presId="urn:microsoft.com/office/officeart/2017/3/layout/DropPinTimeline"/>
    <dgm:cxn modelId="{6780D10C-523A-4885-B5BF-84F303790098}" type="presParOf" srcId="{D512C7F9-87A6-4BA9-AFAC-03FF1578D945}" destId="{22A72E40-4DCC-4F48-AADD-29738FD37A2C}" srcOrd="5" destOrd="0" presId="urn:microsoft.com/office/officeart/2017/3/layout/DropPinTimeline"/>
    <dgm:cxn modelId="{30EAF1CE-B96B-4CA5-BF13-51DD8040A559}" type="presParOf" srcId="{E6F74CED-5217-4282-85F1-1C12DC84731C}" destId="{E168BB9F-20D9-474F-9E39-4872B40634C6}" srcOrd="5" destOrd="0" presId="urn:microsoft.com/office/officeart/2017/3/layout/DropPinTimeline"/>
    <dgm:cxn modelId="{39415FEC-72C6-4C74-A821-E354E744CD96}" type="presParOf" srcId="{E6F74CED-5217-4282-85F1-1C12DC84731C}" destId="{A62622B1-7EF4-49B6-9AC7-B54F0E2A0C74}" srcOrd="6" destOrd="0" presId="urn:microsoft.com/office/officeart/2017/3/layout/DropPinTimeline"/>
    <dgm:cxn modelId="{D67F013A-C0A0-41F6-B6F2-E904B1BB7A8F}" type="presParOf" srcId="{A62622B1-7EF4-49B6-9AC7-B54F0E2A0C74}" destId="{14282312-87CB-41BB-A02D-C594BBEF33C7}" srcOrd="0" destOrd="0" presId="urn:microsoft.com/office/officeart/2017/3/layout/DropPinTimeline"/>
    <dgm:cxn modelId="{AA55F469-83D2-4E02-B111-0206AAFCAA06}" type="presParOf" srcId="{A62622B1-7EF4-49B6-9AC7-B54F0E2A0C74}" destId="{D554C1A5-AF8E-41FC-A779-25BD6B11F91F}" srcOrd="1" destOrd="0" presId="urn:microsoft.com/office/officeart/2017/3/layout/DropPinTimeline"/>
    <dgm:cxn modelId="{033C6509-70C8-4B85-9F92-724CDBB68078}" type="presParOf" srcId="{D554C1A5-AF8E-41FC-A779-25BD6B11F91F}" destId="{17331DD9-74CF-4A3A-86BA-F4B9DBEAB944}" srcOrd="0" destOrd="0" presId="urn:microsoft.com/office/officeart/2017/3/layout/DropPinTimeline"/>
    <dgm:cxn modelId="{C7CCDF66-BA72-4EDC-AE16-CAA6317954F0}" type="presParOf" srcId="{D554C1A5-AF8E-41FC-A779-25BD6B11F91F}" destId="{515AAB83-BD07-4B9E-9A3B-858C0B126F9C}" srcOrd="1" destOrd="0" presId="urn:microsoft.com/office/officeart/2017/3/layout/DropPinTimeline"/>
    <dgm:cxn modelId="{E8437A29-F853-4553-AB29-152AF603DF52}" type="presParOf" srcId="{A62622B1-7EF4-49B6-9AC7-B54F0E2A0C74}" destId="{08CB2D5A-F46A-4E0E-9575-15F31D04AAC6}" srcOrd="2" destOrd="0" presId="urn:microsoft.com/office/officeart/2017/3/layout/DropPinTimeline"/>
    <dgm:cxn modelId="{1F3D9CE2-342F-4335-BD41-5AA59D2BD7BD}" type="presParOf" srcId="{A62622B1-7EF4-49B6-9AC7-B54F0E2A0C74}" destId="{7C1E6B4A-59F7-4018-A403-E1CCAEE78BA1}" srcOrd="3" destOrd="0" presId="urn:microsoft.com/office/officeart/2017/3/layout/DropPinTimeline"/>
    <dgm:cxn modelId="{FFF1ACE9-B2B3-4E83-877B-F9633E8EE135}" type="presParOf" srcId="{A62622B1-7EF4-49B6-9AC7-B54F0E2A0C74}" destId="{A03C5372-D306-43AC-B406-6F8183849431}" srcOrd="4" destOrd="0" presId="urn:microsoft.com/office/officeart/2017/3/layout/DropPinTimeline"/>
    <dgm:cxn modelId="{D8A09163-94A5-46BD-9FA2-C3372A01AA32}" type="presParOf" srcId="{A62622B1-7EF4-49B6-9AC7-B54F0E2A0C74}" destId="{90926F0B-05E0-48AF-9C69-5C494731F877}" srcOrd="5" destOrd="0" presId="urn:microsoft.com/office/officeart/2017/3/layout/DropPinTimeline"/>
    <dgm:cxn modelId="{80084466-50AF-445A-BE2A-0C51919B9169}" type="presParOf" srcId="{E6F74CED-5217-4282-85F1-1C12DC84731C}" destId="{9EA695E3-93D5-405B-8AF6-0B8537A964FD}" srcOrd="7" destOrd="0" presId="urn:microsoft.com/office/officeart/2017/3/layout/DropPinTimeline"/>
    <dgm:cxn modelId="{007CF318-F68B-4FFC-ADA6-3D9D6A3AA152}" type="presParOf" srcId="{E6F74CED-5217-4282-85F1-1C12DC84731C}" destId="{05956D37-804F-419D-9E8C-30D41D06DC3E}" srcOrd="8" destOrd="0" presId="urn:microsoft.com/office/officeart/2017/3/layout/DropPinTimeline"/>
    <dgm:cxn modelId="{FAB9E562-4579-4BDB-8C1D-AABEAFCB2610}" type="presParOf" srcId="{05956D37-804F-419D-9E8C-30D41D06DC3E}" destId="{58B7B786-A0AD-4662-8D54-C5C572D2C32C}" srcOrd="0" destOrd="0" presId="urn:microsoft.com/office/officeart/2017/3/layout/DropPinTimeline"/>
    <dgm:cxn modelId="{8283382D-2F6E-4717-B025-1A8C73B65ADB}" type="presParOf" srcId="{05956D37-804F-419D-9E8C-30D41D06DC3E}" destId="{E4704426-333D-4092-A035-BBC55DB8579D}" srcOrd="1" destOrd="0" presId="urn:microsoft.com/office/officeart/2017/3/layout/DropPinTimeline"/>
    <dgm:cxn modelId="{85723DC0-955B-4B2A-AF28-CF8BFFC2E264}" type="presParOf" srcId="{E4704426-333D-4092-A035-BBC55DB8579D}" destId="{A55439AF-6893-479D-8B57-31FBC13C553F}" srcOrd="0" destOrd="0" presId="urn:microsoft.com/office/officeart/2017/3/layout/DropPinTimeline"/>
    <dgm:cxn modelId="{91888A85-75D0-4D33-9F39-A49766251D61}" type="presParOf" srcId="{E4704426-333D-4092-A035-BBC55DB8579D}" destId="{A22B1C16-7FF0-4DBE-B32E-E43FEB1E2EAC}" srcOrd="1" destOrd="0" presId="urn:microsoft.com/office/officeart/2017/3/layout/DropPinTimeline"/>
    <dgm:cxn modelId="{CD06CDC2-25F5-44FB-B0B1-C39F32E155BE}" type="presParOf" srcId="{05956D37-804F-419D-9E8C-30D41D06DC3E}" destId="{1B55AA6D-649D-4145-93EB-08B866A4D4E5}" srcOrd="2" destOrd="0" presId="urn:microsoft.com/office/officeart/2017/3/layout/DropPinTimeline"/>
    <dgm:cxn modelId="{0B21D911-BF72-41CD-BB03-4F9717477846}" type="presParOf" srcId="{05956D37-804F-419D-9E8C-30D41D06DC3E}" destId="{3FA5D5AE-9CAE-4D19-9765-BCEE62095312}" srcOrd="3" destOrd="0" presId="urn:microsoft.com/office/officeart/2017/3/layout/DropPinTimeline"/>
    <dgm:cxn modelId="{80BFAECA-ADC5-41A5-BA11-A4CC8D9557A9}" type="presParOf" srcId="{05956D37-804F-419D-9E8C-30D41D06DC3E}" destId="{FE6CA7EB-68EC-4E76-9051-08C4CF370101}" srcOrd="4" destOrd="0" presId="urn:microsoft.com/office/officeart/2017/3/layout/DropPinTimeline"/>
    <dgm:cxn modelId="{98E4E629-85DB-45DC-A90A-9FAAB58EFF55}" type="presParOf" srcId="{05956D37-804F-419D-9E8C-30D41D06DC3E}" destId="{070CED43-982E-487C-9CC2-CFAEABD4D2D8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ACCBB-6709-4071-B389-3BB226B3A586}">
      <dsp:nvSpPr>
        <dsp:cNvPr id="0" name=""/>
        <dsp:cNvSpPr/>
      </dsp:nvSpPr>
      <dsp:spPr>
        <a:xfrm>
          <a:off x="0" y="2181504"/>
          <a:ext cx="9779182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6E8D6-BD44-4400-BC14-1BC75CB979A3}">
      <dsp:nvSpPr>
        <dsp:cNvPr id="0" name=""/>
        <dsp:cNvSpPr/>
      </dsp:nvSpPr>
      <dsp:spPr>
        <a:xfrm rot="8100000">
          <a:off x="69819" y="502751"/>
          <a:ext cx="320851" cy="320851"/>
        </a:xfrm>
        <a:prstGeom prst="teardrop">
          <a:avLst>
            <a:gd name="adj" fmla="val 115000"/>
          </a:avLst>
        </a:prstGeom>
        <a:solidFill>
          <a:schemeClr val="accent2"/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FC7CF-F58D-48D5-8BCC-38D6EE87890B}">
      <dsp:nvSpPr>
        <dsp:cNvPr id="0" name=""/>
        <dsp:cNvSpPr/>
      </dsp:nvSpPr>
      <dsp:spPr>
        <a:xfrm>
          <a:off x="105463" y="538395"/>
          <a:ext cx="249564" cy="249564"/>
        </a:xfrm>
        <a:prstGeom prst="ellipse">
          <a:avLst/>
        </a:prstGeom>
        <a:solidFill>
          <a:schemeClr val="accent1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43A46-815A-49BF-9455-C0385022444F}">
      <dsp:nvSpPr>
        <dsp:cNvPr id="0" name=""/>
        <dsp:cNvSpPr/>
      </dsp:nvSpPr>
      <dsp:spPr>
        <a:xfrm>
          <a:off x="655770" y="890053"/>
          <a:ext cx="2321488" cy="1291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8900" rIns="88900" bIns="133350" numCol="1" spcCol="1270" rtlCol="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400" b="0" kern="1200" noProof="0" dirty="0">
              <a:solidFill>
                <a:schemeClr val="bg1"/>
              </a:solidFill>
              <a:latin typeface="Tenorite" pitchFamily="2" charset="0"/>
            </a:rPr>
            <a:t>1</a:t>
          </a:r>
          <a:r>
            <a:rPr lang="el-GR" sz="1400" b="0" kern="1200" baseline="30000" noProof="0" dirty="0">
              <a:solidFill>
                <a:schemeClr val="bg1"/>
              </a:solidFill>
              <a:latin typeface="Tenorite" pitchFamily="2" charset="0"/>
            </a:rPr>
            <a:t>η</a:t>
          </a:r>
          <a:r>
            <a:rPr lang="el-GR" sz="1400" b="0" kern="1200" noProof="0" dirty="0">
              <a:solidFill>
                <a:schemeClr val="bg1"/>
              </a:solidFill>
              <a:latin typeface="Tenorite" pitchFamily="2" charset="0"/>
            </a:rPr>
            <a:t> Συνάντηση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GB" sz="1400" b="0" kern="1200" noProof="0" dirty="0">
            <a:solidFill>
              <a:schemeClr val="bg1"/>
            </a:solidFill>
            <a:latin typeface="Tenorite" pitchFamily="2" charset="0"/>
          </a:endParaRPr>
        </a:p>
      </dsp:txBody>
      <dsp:txXfrm>
        <a:off x="655770" y="890053"/>
        <a:ext cx="2321488" cy="1291450"/>
      </dsp:txXfrm>
    </dsp:sp>
    <dsp:sp modelId="{8E3FB235-DF38-476B-9A0E-B1E583D50944}">
      <dsp:nvSpPr>
        <dsp:cNvPr id="0" name=""/>
        <dsp:cNvSpPr/>
      </dsp:nvSpPr>
      <dsp:spPr>
        <a:xfrm>
          <a:off x="655770" y="436300"/>
          <a:ext cx="2321488" cy="453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rtlCol="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b="1" kern="1200" noProof="0" dirty="0">
              <a:solidFill>
                <a:schemeClr val="bg1"/>
              </a:solidFill>
              <a:latin typeface="Tenorite" pitchFamily="2" charset="0"/>
            </a:rPr>
            <a:t>Sep 2025</a:t>
          </a:r>
        </a:p>
      </dsp:txBody>
      <dsp:txXfrm>
        <a:off x="655770" y="436300"/>
        <a:ext cx="2321488" cy="453752"/>
      </dsp:txXfrm>
    </dsp:sp>
    <dsp:sp modelId="{9AA05CE5-209F-4AD9-BE2C-2A69F76DA8F4}">
      <dsp:nvSpPr>
        <dsp:cNvPr id="0" name=""/>
        <dsp:cNvSpPr/>
      </dsp:nvSpPr>
      <dsp:spPr>
        <a:xfrm>
          <a:off x="230245" y="890053"/>
          <a:ext cx="0" cy="1291450"/>
        </a:xfrm>
        <a:prstGeom prst="line">
          <a:avLst/>
        </a:prstGeom>
        <a:noFill/>
        <a:ln w="12700" cap="flat" cmpd="sng" algn="ctr">
          <a:solidFill>
            <a:schemeClr val="accent2"/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94ECD-6415-4250-B4AD-F67BF5BECFB8}">
      <dsp:nvSpPr>
        <dsp:cNvPr id="0" name=""/>
        <dsp:cNvSpPr/>
      </dsp:nvSpPr>
      <dsp:spPr>
        <a:xfrm>
          <a:off x="189408" y="2140666"/>
          <a:ext cx="81675" cy="81675"/>
        </a:xfrm>
        <a:prstGeom prst="ellipse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CAA11-0A87-4861-8B4E-913B1EAD1334}">
      <dsp:nvSpPr>
        <dsp:cNvPr id="0" name=""/>
        <dsp:cNvSpPr/>
      </dsp:nvSpPr>
      <dsp:spPr>
        <a:xfrm rot="18900000">
          <a:off x="1707641" y="3233445"/>
          <a:ext cx="320851" cy="320851"/>
        </a:xfrm>
        <a:prstGeom prst="teardrop">
          <a:avLst>
            <a:gd name="adj" fmla="val 115000"/>
          </a:avLst>
        </a:prstGeom>
        <a:solidFill>
          <a:schemeClr val="accent2"/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1A837-F261-404B-A808-B2F4154CE8A2}">
      <dsp:nvSpPr>
        <dsp:cNvPr id="0" name=""/>
        <dsp:cNvSpPr/>
      </dsp:nvSpPr>
      <dsp:spPr>
        <a:xfrm>
          <a:off x="1743285" y="3269088"/>
          <a:ext cx="249564" cy="249564"/>
        </a:xfrm>
        <a:prstGeom prst="ellipse">
          <a:avLst/>
        </a:prstGeom>
        <a:solidFill>
          <a:schemeClr val="accent1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3F650-2E42-488A-AD4F-C4BD47D19A84}">
      <dsp:nvSpPr>
        <dsp:cNvPr id="0" name=""/>
        <dsp:cNvSpPr/>
      </dsp:nvSpPr>
      <dsp:spPr>
        <a:xfrm>
          <a:off x="2292766" y="809871"/>
          <a:ext cx="2311834" cy="3422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3350" rIns="0" bIns="88900" numCol="1" spcCol="1270" rtlCol="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b="0" kern="1200" noProof="0" dirty="0">
            <a:solidFill>
              <a:schemeClr val="bg1"/>
            </a:solidFill>
            <a:latin typeface="Tenorite" pitchFamily="2" charset="0"/>
          </a:endParaRPr>
        </a:p>
      </dsp:txBody>
      <dsp:txXfrm>
        <a:off x="2292766" y="809871"/>
        <a:ext cx="2311834" cy="3422795"/>
      </dsp:txXfrm>
    </dsp:sp>
    <dsp:sp modelId="{223C5207-4FA2-4A6C-8F43-20BD55767C99}">
      <dsp:nvSpPr>
        <dsp:cNvPr id="0" name=""/>
        <dsp:cNvSpPr/>
      </dsp:nvSpPr>
      <dsp:spPr>
        <a:xfrm>
          <a:off x="2292766" y="2792569"/>
          <a:ext cx="2311834" cy="12026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rtlCol="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b="1" kern="1200" noProof="0" dirty="0">
              <a:solidFill>
                <a:schemeClr val="bg1"/>
              </a:solidFill>
              <a:latin typeface="Tenorite" pitchFamily="2" charset="0"/>
            </a:rPr>
            <a:t>Nov 20</a:t>
          </a:r>
          <a:r>
            <a:rPr lang="el-GR" sz="1900" b="1" kern="1200" noProof="0" dirty="0">
              <a:solidFill>
                <a:schemeClr val="bg1"/>
              </a:solidFill>
              <a:latin typeface="Tenorite" pitchFamily="2" charset="0"/>
            </a:rPr>
            <a:t>25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GB" sz="1900" b="1" kern="1200" noProof="0" dirty="0">
            <a:solidFill>
              <a:schemeClr val="bg1"/>
            </a:solidFill>
            <a:latin typeface="Tenorite" pitchFamily="2" charset="0"/>
          </a:endParaRPr>
        </a:p>
      </dsp:txBody>
      <dsp:txXfrm>
        <a:off x="2292766" y="2792569"/>
        <a:ext cx="2311834" cy="1202603"/>
      </dsp:txXfrm>
    </dsp:sp>
    <dsp:sp modelId="{4FE5EB5D-4CEF-4D0D-9394-0534E61844BE}">
      <dsp:nvSpPr>
        <dsp:cNvPr id="0" name=""/>
        <dsp:cNvSpPr/>
      </dsp:nvSpPr>
      <dsp:spPr>
        <a:xfrm>
          <a:off x="1868067" y="1875544"/>
          <a:ext cx="0" cy="1291450"/>
        </a:xfrm>
        <a:prstGeom prst="line">
          <a:avLst/>
        </a:prstGeom>
        <a:noFill/>
        <a:ln w="12700" cap="flat" cmpd="sng" algn="ctr">
          <a:solidFill>
            <a:schemeClr val="accent2"/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429FF-AAA3-4358-8C5F-1A7F29AA2B7B}">
      <dsp:nvSpPr>
        <dsp:cNvPr id="0" name=""/>
        <dsp:cNvSpPr/>
      </dsp:nvSpPr>
      <dsp:spPr>
        <a:xfrm>
          <a:off x="1826286" y="1834706"/>
          <a:ext cx="81675" cy="81675"/>
        </a:xfrm>
        <a:prstGeom prst="ellipse">
          <a:avLst/>
        </a:prstGeom>
        <a:solidFill>
          <a:schemeClr val="accent2"/>
        </a:solidFill>
        <a:ln w="63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82E90-F103-439C-8371-CFFB0927B9DE}">
      <dsp:nvSpPr>
        <dsp:cNvPr id="0" name=""/>
        <dsp:cNvSpPr/>
      </dsp:nvSpPr>
      <dsp:spPr>
        <a:xfrm rot="8100000">
          <a:off x="3331841" y="502751"/>
          <a:ext cx="320851" cy="320851"/>
        </a:xfrm>
        <a:prstGeom prst="teardrop">
          <a:avLst>
            <a:gd name="adj" fmla="val 115000"/>
          </a:avLst>
        </a:prstGeom>
        <a:solidFill>
          <a:schemeClr val="accent2"/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19322-C1DD-47AE-92C0-13575134BC76}">
      <dsp:nvSpPr>
        <dsp:cNvPr id="0" name=""/>
        <dsp:cNvSpPr/>
      </dsp:nvSpPr>
      <dsp:spPr>
        <a:xfrm>
          <a:off x="3367485" y="538395"/>
          <a:ext cx="249564" cy="249564"/>
        </a:xfrm>
        <a:prstGeom prst="ellipse">
          <a:avLst/>
        </a:prstGeom>
        <a:solidFill>
          <a:schemeClr val="accent1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DA0FE-83E2-423C-9F13-58A61EB68487}">
      <dsp:nvSpPr>
        <dsp:cNvPr id="0" name=""/>
        <dsp:cNvSpPr/>
      </dsp:nvSpPr>
      <dsp:spPr>
        <a:xfrm>
          <a:off x="3916965" y="890053"/>
          <a:ext cx="2311834" cy="1291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8900" rIns="88900" bIns="133350" numCol="1" spcCol="1270" rtlCol="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b="0" kern="1200" noProof="0" dirty="0">
            <a:solidFill>
              <a:schemeClr val="bg1"/>
            </a:solidFill>
            <a:latin typeface="Tenorite" pitchFamily="2" charset="0"/>
          </a:endParaRPr>
        </a:p>
      </dsp:txBody>
      <dsp:txXfrm>
        <a:off x="3916965" y="890053"/>
        <a:ext cx="2311834" cy="1291450"/>
      </dsp:txXfrm>
    </dsp:sp>
    <dsp:sp modelId="{2D6C7916-1130-46A8-833B-A6278CBD2192}">
      <dsp:nvSpPr>
        <dsp:cNvPr id="0" name=""/>
        <dsp:cNvSpPr/>
      </dsp:nvSpPr>
      <dsp:spPr>
        <a:xfrm>
          <a:off x="3916965" y="436300"/>
          <a:ext cx="2311834" cy="453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rtlCol="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GB" sz="1900" b="1" kern="1200" noProof="0" dirty="0">
            <a:solidFill>
              <a:schemeClr val="bg1"/>
            </a:solidFill>
            <a:latin typeface="Tenorite" pitchFamily="2" charset="0"/>
          </a:endParaRPr>
        </a:p>
      </dsp:txBody>
      <dsp:txXfrm>
        <a:off x="3916965" y="436300"/>
        <a:ext cx="2311834" cy="453752"/>
      </dsp:txXfrm>
    </dsp:sp>
    <dsp:sp modelId="{4D953791-5C2F-4A75-A8F4-6ED7EAB5E015}">
      <dsp:nvSpPr>
        <dsp:cNvPr id="0" name=""/>
        <dsp:cNvSpPr/>
      </dsp:nvSpPr>
      <dsp:spPr>
        <a:xfrm>
          <a:off x="3492267" y="890053"/>
          <a:ext cx="0" cy="1291450"/>
        </a:xfrm>
        <a:prstGeom prst="line">
          <a:avLst/>
        </a:prstGeom>
        <a:noFill/>
        <a:ln w="12700" cap="flat" cmpd="sng" algn="ctr">
          <a:solidFill>
            <a:schemeClr val="accent2"/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AD014-AFD0-4700-A468-4D562874339A}">
      <dsp:nvSpPr>
        <dsp:cNvPr id="0" name=""/>
        <dsp:cNvSpPr/>
      </dsp:nvSpPr>
      <dsp:spPr>
        <a:xfrm>
          <a:off x="3450486" y="2140666"/>
          <a:ext cx="81675" cy="81675"/>
        </a:xfrm>
        <a:prstGeom prst="ellipse">
          <a:avLst/>
        </a:prstGeom>
        <a:solidFill>
          <a:schemeClr val="accent2"/>
        </a:solidFill>
        <a:ln w="63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331DD9-74CF-4A3A-86BA-F4B9DBEAB944}">
      <dsp:nvSpPr>
        <dsp:cNvPr id="0" name=""/>
        <dsp:cNvSpPr/>
      </dsp:nvSpPr>
      <dsp:spPr>
        <a:xfrm rot="18900000">
          <a:off x="4956041" y="3539404"/>
          <a:ext cx="320851" cy="320851"/>
        </a:xfrm>
        <a:prstGeom prst="teardrop">
          <a:avLst>
            <a:gd name="adj" fmla="val 115000"/>
          </a:avLst>
        </a:prstGeom>
        <a:solidFill>
          <a:schemeClr val="accent2"/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3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AAB83-BD07-4B9E-9A3B-858C0B126F9C}">
      <dsp:nvSpPr>
        <dsp:cNvPr id="0" name=""/>
        <dsp:cNvSpPr/>
      </dsp:nvSpPr>
      <dsp:spPr>
        <a:xfrm>
          <a:off x="4991685" y="3575048"/>
          <a:ext cx="249564" cy="249564"/>
        </a:xfrm>
        <a:prstGeom prst="ellipse">
          <a:avLst/>
        </a:prstGeom>
        <a:solidFill>
          <a:schemeClr val="accent1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CB2D5A-F46A-4E0E-9575-15F31D04AAC6}">
      <dsp:nvSpPr>
        <dsp:cNvPr id="0" name=""/>
        <dsp:cNvSpPr/>
      </dsp:nvSpPr>
      <dsp:spPr>
        <a:xfrm>
          <a:off x="5541165" y="2181504"/>
          <a:ext cx="2311834" cy="1291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3350" rIns="0" bIns="88900" numCol="1" spcCol="1270" rtlCol="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b="0" kern="1200" noProof="0" dirty="0">
            <a:solidFill>
              <a:schemeClr val="bg1"/>
            </a:solidFill>
            <a:latin typeface="Tenorite" pitchFamily="2" charset="0"/>
          </a:endParaRPr>
        </a:p>
      </dsp:txBody>
      <dsp:txXfrm>
        <a:off x="5541165" y="2181504"/>
        <a:ext cx="2311834" cy="1291450"/>
      </dsp:txXfrm>
    </dsp:sp>
    <dsp:sp modelId="{7C1E6B4A-59F7-4018-A403-E1CCAEE78BA1}">
      <dsp:nvSpPr>
        <dsp:cNvPr id="0" name=""/>
        <dsp:cNvSpPr/>
      </dsp:nvSpPr>
      <dsp:spPr>
        <a:xfrm>
          <a:off x="5541165" y="3472954"/>
          <a:ext cx="2311834" cy="453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7950" bIns="0" numCol="1" spcCol="1270" rtlCol="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GB" sz="1700" b="1" kern="1200" noProof="0" dirty="0">
            <a:solidFill>
              <a:schemeClr val="bg1"/>
            </a:solidFill>
            <a:latin typeface="Tenorite" pitchFamily="2" charset="0"/>
          </a:endParaRPr>
        </a:p>
      </dsp:txBody>
      <dsp:txXfrm>
        <a:off x="5541165" y="3472954"/>
        <a:ext cx="2311834" cy="453752"/>
      </dsp:txXfrm>
    </dsp:sp>
    <dsp:sp modelId="{A03C5372-D306-43AC-B406-6F8183849431}">
      <dsp:nvSpPr>
        <dsp:cNvPr id="0" name=""/>
        <dsp:cNvSpPr/>
      </dsp:nvSpPr>
      <dsp:spPr>
        <a:xfrm>
          <a:off x="5116467" y="2181504"/>
          <a:ext cx="0" cy="1291450"/>
        </a:xfrm>
        <a:prstGeom prst="line">
          <a:avLst/>
        </a:prstGeom>
        <a:noFill/>
        <a:ln w="12700" cap="flat" cmpd="sng" algn="ctr">
          <a:solidFill>
            <a:schemeClr val="accent2"/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282312-87CB-41BB-A02D-C594BBEF33C7}">
      <dsp:nvSpPr>
        <dsp:cNvPr id="0" name=""/>
        <dsp:cNvSpPr/>
      </dsp:nvSpPr>
      <dsp:spPr>
        <a:xfrm>
          <a:off x="5074686" y="2140666"/>
          <a:ext cx="81675" cy="81675"/>
        </a:xfrm>
        <a:prstGeom prst="ellipse">
          <a:avLst/>
        </a:prstGeom>
        <a:solidFill>
          <a:schemeClr val="accent2"/>
        </a:solidFill>
        <a:ln w="63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439AF-6893-479D-8B57-31FBC13C553F}">
      <dsp:nvSpPr>
        <dsp:cNvPr id="0" name=""/>
        <dsp:cNvSpPr/>
      </dsp:nvSpPr>
      <dsp:spPr>
        <a:xfrm rot="8100000">
          <a:off x="6580241" y="502751"/>
          <a:ext cx="320851" cy="320851"/>
        </a:xfrm>
        <a:prstGeom prst="teardrop">
          <a:avLst>
            <a:gd name="adj" fmla="val 115000"/>
          </a:avLst>
        </a:prstGeom>
        <a:solidFill>
          <a:schemeClr val="accent2"/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2B1C16-7FF0-4DBE-B32E-E43FEB1E2EAC}">
      <dsp:nvSpPr>
        <dsp:cNvPr id="0" name=""/>
        <dsp:cNvSpPr/>
      </dsp:nvSpPr>
      <dsp:spPr>
        <a:xfrm>
          <a:off x="6615885" y="538395"/>
          <a:ext cx="249564" cy="249564"/>
        </a:xfrm>
        <a:prstGeom prst="ellipse">
          <a:avLst/>
        </a:prstGeom>
        <a:solidFill>
          <a:schemeClr val="accent1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55AA6D-649D-4145-93EB-08B866A4D4E5}">
      <dsp:nvSpPr>
        <dsp:cNvPr id="0" name=""/>
        <dsp:cNvSpPr/>
      </dsp:nvSpPr>
      <dsp:spPr>
        <a:xfrm>
          <a:off x="7165365" y="890053"/>
          <a:ext cx="2311834" cy="1291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8900" rIns="88900" bIns="133350" numCol="1" spcCol="1270" rtlCol="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b="1" kern="1200" noProof="0" dirty="0">
            <a:solidFill>
              <a:schemeClr val="bg1"/>
            </a:solidFill>
            <a:latin typeface="Tenorite" pitchFamily="2" charset="0"/>
          </a:endParaRPr>
        </a:p>
      </dsp:txBody>
      <dsp:txXfrm>
        <a:off x="7165365" y="890053"/>
        <a:ext cx="2311834" cy="1291450"/>
      </dsp:txXfrm>
    </dsp:sp>
    <dsp:sp modelId="{3FA5D5AE-9CAE-4D19-9765-BCEE62095312}">
      <dsp:nvSpPr>
        <dsp:cNvPr id="0" name=""/>
        <dsp:cNvSpPr/>
      </dsp:nvSpPr>
      <dsp:spPr>
        <a:xfrm>
          <a:off x="7165365" y="436300"/>
          <a:ext cx="2311834" cy="453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rtlCol="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GB" sz="1900" b="1" kern="1200" noProof="0" dirty="0">
            <a:solidFill>
              <a:schemeClr val="bg1"/>
            </a:solidFill>
            <a:latin typeface="Tenorite" pitchFamily="2" charset="0"/>
          </a:endParaRPr>
        </a:p>
      </dsp:txBody>
      <dsp:txXfrm>
        <a:off x="7165365" y="436300"/>
        <a:ext cx="2311834" cy="453752"/>
      </dsp:txXfrm>
    </dsp:sp>
    <dsp:sp modelId="{FE6CA7EB-68EC-4E76-9051-08C4CF370101}">
      <dsp:nvSpPr>
        <dsp:cNvPr id="0" name=""/>
        <dsp:cNvSpPr/>
      </dsp:nvSpPr>
      <dsp:spPr>
        <a:xfrm>
          <a:off x="6740667" y="890053"/>
          <a:ext cx="0" cy="1291450"/>
        </a:xfrm>
        <a:prstGeom prst="line">
          <a:avLst/>
        </a:prstGeom>
        <a:noFill/>
        <a:ln w="12700" cap="flat" cmpd="sng" algn="ctr">
          <a:solidFill>
            <a:schemeClr val="accent2"/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B7B786-A0AD-4662-8D54-C5C572D2C32C}">
      <dsp:nvSpPr>
        <dsp:cNvPr id="0" name=""/>
        <dsp:cNvSpPr/>
      </dsp:nvSpPr>
      <dsp:spPr>
        <a:xfrm>
          <a:off x="6698885" y="2140666"/>
          <a:ext cx="81675" cy="81675"/>
        </a:xfrm>
        <a:prstGeom prst="ellipse">
          <a:avLst/>
        </a:prstGeom>
        <a:solidFill>
          <a:schemeClr val="accent2"/>
        </a:solidFill>
        <a:ln w="63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129C17-9205-4554-BF5C-070656C216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41E939-D5BE-4B7F-BCD2-05DCC4E5E8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B1389FC-84BB-41A0-BC92-057C08DC342F}" type="datetime1">
              <a:rPr lang="en-GB" smtClean="0"/>
              <a:t>09/09/2025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1800B1-1D76-46D4-ADAF-FD5EA7AFBE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FA674-DC58-422B-8963-09FD1B05ED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A42FE58-2C2A-433E-A3EF-B39ACF9731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5657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09B039-1C6C-4DB3-861A-76F1FF2AC578}" type="datetime1">
              <a:rPr lang="en-GB" noProof="0" smtClean="0"/>
              <a:pPr/>
              <a:t>09/09/2025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7DC217-DF71-1A49-B3EA-559F1F43B0F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7724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809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&amp;&amp; 100-120pp doc (</a:t>
            </a:r>
            <a:r>
              <a:rPr lang="el-GR" noProof="0" dirty="0"/>
              <a:t>Διωνη), παρουσίαση σε τριμελή.</a:t>
            </a: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244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847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226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C162C-84B9-3E85-F0D6-858FF9A3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00A50-2898-3EC2-3767-E1518400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F2600-6A7D-408D-9DB0-05376C133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2FEBF-5E91-AE6E-4A4A-1F58A83FC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117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AABAA-B7C1-886E-9347-8AD08C03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B3E04-5481-1010-F9E4-D69513686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FF3EC-578D-D96D-F39C-2A2D07303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70456-CF01-7454-02F9-18297D925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906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3FA46-4ACE-2618-499A-72E649A17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83EBF-5D4E-167A-1A9A-14E669500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15CC67-C094-D17C-E47A-2B5AC5C15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95A98-25EC-7ADD-22D0-6E5F5697E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879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B5625-3713-7C38-DF00-0695E8E2C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BC5D2-63D4-1F7A-EB4A-5DC086A15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9035D-FEFD-D18F-FC0D-EB68BF204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AE52B-A4F6-3582-1BDA-D8A76DFF4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909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3359F-8671-1E28-5B2A-7F8748AEE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18FFA-1601-482E-B08B-5CD30E6FF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B583E-5003-B01D-EAE7-11E33F1C8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BF08D-245A-C6B1-1480-5EC9F4D9B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493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A709D-8DBE-8F7A-3703-B5401763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8EE96-D54E-F8CE-7075-40CDC92B3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A0BE6B-6AFC-91A2-BF91-CA45F7464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878BB-2F1E-6057-F808-EC8ED5A64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227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3DBB6-4122-A5C3-B09F-12EBE0E57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E153C-593A-84C7-1EC1-71719E255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1E138-E981-416D-F2F7-0EB2D896C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5C122-F554-E353-C4D0-CD2F444740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877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2008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0717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10/9/2021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/>
          <a:lstStyle/>
          <a:p>
            <a:pPr rtl="0"/>
            <a:r>
              <a:rPr lang="el-GR" dirty="0"/>
              <a:t>Διπλωματική εργασία – Συνάντηση 1η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4026430"/>
            <a:ext cx="9500507" cy="512762"/>
          </a:xfrm>
        </p:spPr>
        <p:txBody>
          <a:bodyPr rtlCol="0"/>
          <a:lstStyle/>
          <a:p>
            <a:pPr rtl="0"/>
            <a:r>
              <a:rPr lang="el-GR" sz="2000" dirty="0"/>
              <a:t>Δεσπότης Στέφανος – </a:t>
            </a:r>
            <a:r>
              <a:rPr lang="en-US" sz="2000" dirty="0"/>
              <a:t>me2447</a:t>
            </a:r>
            <a:endParaRPr lang="en-GB" sz="20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E5185A-AB37-2854-1D9A-4980B2742291}"/>
              </a:ext>
            </a:extLst>
          </p:cNvPr>
          <p:cNvSpPr txBox="1">
            <a:spLocks/>
          </p:cNvSpPr>
          <p:nvPr/>
        </p:nvSpPr>
        <p:spPr>
          <a:xfrm>
            <a:off x="1167493" y="3509963"/>
            <a:ext cx="10499574" cy="512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2800" dirty="0"/>
              <a:t>Ευφυή Συστήματα για την Υγεία και την Ανεξάρτητη Διαβίωση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pPr rtl="0"/>
            <a:r>
              <a:rPr lang="en-GB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l-GR" dirty="0"/>
              <a:t>Προσέγγιση – Πεδίο – Παραδοτέα 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n-US" dirty="0"/>
              <a:t>Tech stack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l-GR" dirty="0"/>
              <a:t>Χρονοδιάγραμμα</a:t>
            </a:r>
            <a:endParaRPr lang="en-GB" dirty="0"/>
          </a:p>
          <a:p>
            <a:pPr rtl="0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9303D-13C0-6A41-947A-F998CC47B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/>
          <a:p>
            <a:pPr rtl="0"/>
            <a:r>
              <a:rPr lang="el-GR" dirty="0"/>
              <a:t>09/09/2025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l-GR" dirty="0"/>
              <a:t>Συνάντηση 1η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pPr rtl="0"/>
            <a:r>
              <a:rPr lang="el-GR" sz="4600" dirty="0"/>
              <a:t>Προσέγγιση – Πεδίο - Παραδοτέα</a:t>
            </a:r>
            <a:endParaRPr lang="en-GB" sz="4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7031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l-GR" dirty="0"/>
              <a:t>Προσέγγιση</a:t>
            </a:r>
            <a:r>
              <a:rPr lang="en-US" dirty="0"/>
              <a:t>: ~SDLC</a:t>
            </a:r>
            <a:endParaRPr lang="el-G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l-GR" dirty="0"/>
              <a:t>Γλώσσα: Αγγλικά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l-GR" dirty="0"/>
              <a:t>Δομή (παραδοτέα):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l-GR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Ανάλυση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l-GR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Αρχιτεκτονική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l-GR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Υλοποίηση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Testing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Deployment</a:t>
            </a:r>
            <a:endParaRPr lang="el-G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l-G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56174-CBC5-7B48-9681-7DDAC42333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/>
          <a:p>
            <a:pPr rtl="0"/>
            <a:r>
              <a:rPr lang="en-GB" dirty="0"/>
              <a:t>09/09/2025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3FA18-50D6-0344-B477-1D7C91CF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l-GR" dirty="0"/>
              <a:t>Συνάντηση 1η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C72D2-EFDF-844A-8472-CB49A59B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/>
          <a:lstStyle/>
          <a:p>
            <a:pPr rtl="0"/>
            <a:r>
              <a:rPr lang="el-GR" dirty="0"/>
              <a:t>Παραδοτέα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047E-FBFD-4F79-BCA5-10E69740F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l-GR" dirty="0"/>
              <a:t>Ανάλυση</a:t>
            </a:r>
            <a:r>
              <a:rPr lang="en-US" dirty="0"/>
              <a:t> (BABOK – IIBA)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30D50-1377-244D-A1A4-32FB836C1F3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r>
              <a:rPr lang="en-GB" dirty="0"/>
              <a:t>09/09/2025	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26C73-F226-914E-AC56-BF3172765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rtlCol="0"/>
          <a:lstStyle/>
          <a:p>
            <a:pPr rtl="0"/>
            <a:r>
              <a:rPr lang="el-GR" dirty="0"/>
              <a:t>Συνάντηση 1η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86E01-62BB-5145-A6C3-515717DD3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227A180-0592-9089-44C0-F90ABDA2F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1722436"/>
            <a:ext cx="6985908" cy="4167960"/>
          </a:xfrm>
        </p:spPr>
        <p:txBody>
          <a:bodyPr/>
          <a:lstStyle/>
          <a:p>
            <a:r>
              <a:rPr lang="en-US" sz="3600" b="1" u="sng" dirty="0">
                <a:latin typeface="+mj-lt"/>
              </a:rPr>
              <a:t>0. Planning</a:t>
            </a:r>
          </a:p>
          <a:p>
            <a:r>
              <a:rPr lang="en-US" dirty="0">
                <a:latin typeface="+mj-lt"/>
              </a:rPr>
              <a:t>0.1 Business case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l-GR" dirty="0">
                <a:latin typeface="+mj-lt"/>
              </a:rPr>
              <a:t>Ορισμός ανάγκης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l-GR" dirty="0">
                <a:latin typeface="+mj-lt"/>
              </a:rPr>
              <a:t>Ορισμός ευκταίων αποτελεσμάτων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l-GR" dirty="0">
                <a:latin typeface="+mj-lt"/>
              </a:rPr>
              <a:t>Ορισμός περιορισμών, παραδοχών, ρίσκων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l-GR" dirty="0">
                <a:latin typeface="+mj-lt"/>
              </a:rPr>
              <a:t>Πρόταση λύσης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0.2 Solution scope document/model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l-GR" dirty="0">
                <a:latin typeface="+mj-lt"/>
              </a:rPr>
              <a:t>Οριοθέτηση πεδίου (</a:t>
            </a:r>
            <a:r>
              <a:rPr lang="en-US" dirty="0">
                <a:latin typeface="+mj-lt"/>
              </a:rPr>
              <a:t>in-scope, out-of-scope)</a:t>
            </a:r>
            <a:endParaRPr lang="en-GB" dirty="0">
              <a:latin typeface="+mj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Scope </a:t>
            </a:r>
            <a:r>
              <a:rPr lang="en-GB" dirty="0" err="1">
                <a:latin typeface="+mj-lt"/>
              </a:rPr>
              <a:t>modeling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6F55A-BA74-3968-9A71-22953B2A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0F60-8953-A6DA-1ABC-D351B3233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l-GR" dirty="0"/>
              <a:t>Ανάλυση</a:t>
            </a:r>
            <a:r>
              <a:rPr lang="en-US" dirty="0"/>
              <a:t> (BABOK – IIBA)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645A7A-AA9D-664E-661A-4A1D09ADE1A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r>
              <a:rPr lang="en-GB" dirty="0"/>
              <a:t>09/09/2025	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2C17F-7A43-CE91-BFE7-575837BD8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rtlCol="0"/>
          <a:lstStyle/>
          <a:p>
            <a:pPr rtl="0"/>
            <a:r>
              <a:rPr lang="el-GR" dirty="0"/>
              <a:t>Συνάντηση 1η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EF89F-A013-C926-D92C-77EB31B4F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6</a:t>
            </a:fld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2E0483-7F4C-9D58-BAF1-BB7A39163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1722436"/>
            <a:ext cx="6985908" cy="4167960"/>
          </a:xfrm>
        </p:spPr>
        <p:txBody>
          <a:bodyPr/>
          <a:lstStyle/>
          <a:p>
            <a:r>
              <a:rPr lang="en-US" sz="3600" b="1" u="sng" dirty="0">
                <a:latin typeface="+mj-lt"/>
              </a:rPr>
              <a:t>1. Requirements Analysis</a:t>
            </a:r>
          </a:p>
          <a:p>
            <a:r>
              <a:rPr lang="en-US" dirty="0">
                <a:latin typeface="+mj-lt"/>
              </a:rPr>
              <a:t>1.1 Functional requirements*</a:t>
            </a:r>
          </a:p>
          <a:p>
            <a:r>
              <a:rPr lang="en-US" dirty="0">
                <a:latin typeface="+mj-lt"/>
              </a:rPr>
              <a:t>1.2 Non-functional requirements*</a:t>
            </a:r>
          </a:p>
          <a:p>
            <a:r>
              <a:rPr lang="en-US" dirty="0">
                <a:latin typeface="+mj-lt"/>
              </a:rPr>
              <a:t>1.3 Requirements traceability matrix (REQ/UC)</a:t>
            </a:r>
          </a:p>
          <a:p>
            <a:r>
              <a:rPr lang="en-US" dirty="0">
                <a:latin typeface="+mj-lt"/>
              </a:rPr>
              <a:t>1.4 Roles &amp; Profiles*</a:t>
            </a:r>
          </a:p>
          <a:p>
            <a:r>
              <a:rPr lang="en-US" dirty="0">
                <a:latin typeface="+mj-lt"/>
              </a:rPr>
              <a:t>1.5 Glossary</a:t>
            </a:r>
            <a:endParaRPr lang="el-GR" dirty="0">
              <a:latin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3687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B9C8-1134-1057-75B8-FD3DACA6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75124-F713-DE80-915C-9C2FB15D1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l-GR" dirty="0"/>
              <a:t>Ανάλυση</a:t>
            </a:r>
            <a:r>
              <a:rPr lang="en-US" dirty="0"/>
              <a:t> (BABOK – IIBA)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04C20C-F085-1B28-A766-A5D75D31C44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r>
              <a:rPr lang="en-GB" dirty="0"/>
              <a:t>09/09/2025	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9DE82-0C75-BEB8-2C32-F76348F492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rtlCol="0"/>
          <a:lstStyle/>
          <a:p>
            <a:pPr rtl="0"/>
            <a:r>
              <a:rPr lang="el-GR" dirty="0"/>
              <a:t>Συνάντηση 1η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380DB-6E8C-78D7-61FD-A56F5C5AB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7</a:t>
            </a:fld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5F73BD-C045-7593-B3DD-E62D829BD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1722436"/>
            <a:ext cx="6985908" cy="4167960"/>
          </a:xfrm>
        </p:spPr>
        <p:txBody>
          <a:bodyPr/>
          <a:lstStyle/>
          <a:p>
            <a:r>
              <a:rPr lang="en-US" sz="3600" b="1" u="sng" dirty="0">
                <a:latin typeface="+mj-lt"/>
              </a:rPr>
              <a:t>2. Design</a:t>
            </a:r>
          </a:p>
          <a:p>
            <a:r>
              <a:rPr lang="en-US" dirty="0">
                <a:latin typeface="+mj-lt"/>
              </a:rPr>
              <a:t>2.1 Process diagrams (BPMN*)</a:t>
            </a:r>
          </a:p>
          <a:p>
            <a:r>
              <a:rPr lang="en-US" dirty="0">
                <a:latin typeface="+mj-lt"/>
              </a:rPr>
              <a:t>2.2 Use cases</a:t>
            </a:r>
          </a:p>
          <a:p>
            <a:r>
              <a:rPr lang="en-US" dirty="0">
                <a:latin typeface="+mj-lt"/>
              </a:rPr>
              <a:t>2.3 Common objects document (Actors, BRs, Reference lists)</a:t>
            </a:r>
          </a:p>
          <a:p>
            <a:r>
              <a:rPr lang="en-US" dirty="0">
                <a:latin typeface="+mj-lt"/>
              </a:rPr>
              <a:t>2.4 UI design mockups</a:t>
            </a:r>
          </a:p>
          <a:p>
            <a:r>
              <a:rPr lang="en-US" dirty="0">
                <a:latin typeface="+mj-lt"/>
              </a:rPr>
              <a:t>2.5 Canonical data model</a:t>
            </a:r>
          </a:p>
          <a:p>
            <a:r>
              <a:rPr lang="en-US" dirty="0">
                <a:latin typeface="+mj-lt"/>
              </a:rPr>
              <a:t>2.6 Data dictionary</a:t>
            </a:r>
            <a:endParaRPr lang="el-GR" dirty="0">
              <a:latin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9371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5F6FC-C6C4-D56B-A190-5AF66CFA9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3CC66-3A4F-0300-C7C0-0F2D1FB79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l-GR" dirty="0"/>
              <a:t>Αρχιτεκτονική</a:t>
            </a:r>
            <a:r>
              <a:rPr lang="en-US" dirty="0"/>
              <a:t> (TOGAF)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5DFEEC-E1FF-A9A0-4096-5510178EDC8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r>
              <a:rPr lang="en-GB" dirty="0"/>
              <a:t>09/09/2025	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19C93-FDC4-11D0-67F9-BAE956952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rtlCol="0"/>
          <a:lstStyle/>
          <a:p>
            <a:pPr rtl="0"/>
            <a:r>
              <a:rPr lang="el-GR" dirty="0"/>
              <a:t>Συνάντηση 1η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F16C5-AE33-47E2-EE06-A0E71B9F1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8</a:t>
            </a:fld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8B97AE1-23CC-5C95-E652-E9F6151D6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1722436"/>
            <a:ext cx="6985908" cy="4167960"/>
          </a:xfrm>
        </p:spPr>
        <p:txBody>
          <a:bodyPr/>
          <a:lstStyle/>
          <a:p>
            <a:r>
              <a:rPr lang="el-GR" sz="3600" b="1" u="sng" dirty="0">
                <a:latin typeface="+mj-lt"/>
              </a:rPr>
              <a:t>3. </a:t>
            </a:r>
            <a:r>
              <a:rPr lang="en-US" sz="3600" b="1" u="sng" dirty="0">
                <a:latin typeface="+mj-lt"/>
              </a:rPr>
              <a:t>Software architecture documents</a:t>
            </a:r>
          </a:p>
          <a:p>
            <a:r>
              <a:rPr lang="en-US" dirty="0">
                <a:latin typeface="+mj-lt"/>
              </a:rPr>
              <a:t>3.1 High-level design</a:t>
            </a:r>
          </a:p>
          <a:p>
            <a:r>
              <a:rPr lang="en-US" dirty="0">
                <a:latin typeface="+mj-lt"/>
              </a:rPr>
              <a:t>3.2 Architecture overview</a:t>
            </a:r>
          </a:p>
          <a:p>
            <a:r>
              <a:rPr lang="en-US" dirty="0">
                <a:latin typeface="+mj-lt"/>
              </a:rPr>
              <a:t>3.2 Detailed technical specifications (all components)</a:t>
            </a:r>
            <a:endParaRPr lang="el-GR" dirty="0">
              <a:latin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8046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9F63A-4FA0-4F43-D855-F41ECFAAB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48F6-E372-2878-E12C-451012468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l-GR" dirty="0"/>
              <a:t>Υλοποίηση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E6344-3596-7229-5AAB-0B1B6A36542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r>
              <a:rPr lang="en-GB" dirty="0"/>
              <a:t>09/09/2025	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4EA9E-7413-7914-B64C-82E10B963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rtlCol="0"/>
          <a:lstStyle/>
          <a:p>
            <a:pPr rtl="0"/>
            <a:r>
              <a:rPr lang="el-GR" dirty="0"/>
              <a:t>Συνάντηση 1η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BDA17-9C2E-AEF9-8462-D8EAEF68F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9</a:t>
            </a:fld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B673CE-0D02-63CC-E600-EEEBF7615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1722436"/>
            <a:ext cx="6985908" cy="4167960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Backend: Java</a:t>
            </a:r>
            <a:r>
              <a:rPr lang="el-GR" dirty="0"/>
              <a:t> (</a:t>
            </a:r>
            <a:r>
              <a:rPr lang="en-US" dirty="0"/>
              <a:t>Maven project w/ Spring Boot</a:t>
            </a:r>
            <a:r>
              <a:rPr lang="el-GR" dirty="0"/>
              <a:t>)</a:t>
            </a:r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Frontend: React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Storage*: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l-GR" dirty="0"/>
              <a:t>Δομημένα δεδομένα</a:t>
            </a:r>
            <a:r>
              <a:rPr lang="en-US" dirty="0"/>
              <a:t>: SQL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l-GR" dirty="0"/>
              <a:t>Προγραμματισμός επισκέψεων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l-GR" dirty="0"/>
              <a:t>Πληροφορίες ασθενή και ιατρών/φροντιστών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l-GR" dirty="0"/>
              <a:t>Πλάνο φροντίδας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l-GR" dirty="0"/>
              <a:t>Καταχώρηση διαδικασίας φροντίδας</a:t>
            </a:r>
            <a:endParaRPr lang="en-US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l-GR" dirty="0"/>
              <a:t>Μη-δομημένα δεδομένα</a:t>
            </a:r>
            <a:r>
              <a:rPr lang="en-US" dirty="0"/>
              <a:t>: NoSQL</a:t>
            </a:r>
            <a:endParaRPr lang="el-GR" dirty="0"/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l-GR" dirty="0"/>
              <a:t>Ιατρικές μετρήσεις (μετρητές κτλ)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000957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360F-F068-1C76-1E9B-CFB9DB7D4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6ADFD-4F7A-2430-A3FC-6796B1594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l-GR" dirty="0"/>
              <a:t>Υλοποίηση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78F7DB-34A1-2282-2A32-494C7271E0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r>
              <a:rPr lang="en-GB" dirty="0"/>
              <a:t>09/09/2025	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5E814-3E7B-BA6B-9EE4-46BD26CED9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rtlCol="0"/>
          <a:lstStyle/>
          <a:p>
            <a:pPr rtl="0"/>
            <a:r>
              <a:rPr lang="el-GR" dirty="0"/>
              <a:t>Συνάντηση 1η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8B541-3E76-A1E2-DD07-A048F7C9D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10</a:t>
            </a:fld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0572192-EEA6-CFBC-C932-03E11E2E7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1722436"/>
            <a:ext cx="6985908" cy="4167960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AI Chatbot (React Chat UI, Spring Boot chat controller, integration with AI, integration with Camunda)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DW/Data lake?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Knowledge Base?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456898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1C0B-5E32-2B90-0F58-49358F003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A7CCE-FBB2-75DE-DAFB-78D20B360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Testing (ISTQB)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19CE7F-B737-CA06-10E3-F40DEC5C089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r>
              <a:rPr lang="en-GB" dirty="0"/>
              <a:t>09/09/2025	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511A-F6AF-5678-D5B0-D726AFB30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rtlCol="0"/>
          <a:lstStyle/>
          <a:p>
            <a:pPr rtl="0"/>
            <a:r>
              <a:rPr lang="el-GR" dirty="0"/>
              <a:t>Συνάντηση 1η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2E0A1-5608-3D6F-283C-F96C4A3EE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11</a:t>
            </a:fld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9E53F6B-EFC5-1891-E4F0-29E795ACE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1722436"/>
            <a:ext cx="6985908" cy="4167960"/>
          </a:xfrm>
        </p:spPr>
        <p:txBody>
          <a:bodyPr/>
          <a:lstStyle/>
          <a:p>
            <a:r>
              <a:rPr lang="en-US" sz="3600" b="1" u="sng" dirty="0">
                <a:latin typeface="+mj-lt"/>
              </a:rPr>
              <a:t>4</a:t>
            </a:r>
            <a:r>
              <a:rPr lang="el-GR" sz="3600" b="1" u="sng" dirty="0">
                <a:latin typeface="+mj-lt"/>
              </a:rPr>
              <a:t>. </a:t>
            </a:r>
            <a:r>
              <a:rPr lang="en-US" sz="3600" b="1" u="sng" dirty="0">
                <a:latin typeface="+mj-lt"/>
              </a:rPr>
              <a:t>Testing deliverables</a:t>
            </a:r>
          </a:p>
          <a:p>
            <a:r>
              <a:rPr lang="en-US" dirty="0">
                <a:latin typeface="+mj-lt"/>
              </a:rPr>
              <a:t>4.1 Test plan</a:t>
            </a:r>
          </a:p>
          <a:p>
            <a:r>
              <a:rPr lang="en-US" dirty="0">
                <a:latin typeface="+mj-lt"/>
              </a:rPr>
              <a:t>4.2 Test scenarios/ test cases</a:t>
            </a:r>
          </a:p>
          <a:p>
            <a:r>
              <a:rPr lang="en-US" dirty="0">
                <a:latin typeface="+mj-lt"/>
              </a:rPr>
              <a:t>4.3 Test data</a:t>
            </a:r>
          </a:p>
          <a:p>
            <a:r>
              <a:rPr lang="en-US" dirty="0">
                <a:latin typeface="+mj-lt"/>
              </a:rPr>
              <a:t>4.4 Test summary report</a:t>
            </a:r>
          </a:p>
          <a:p>
            <a:r>
              <a:rPr lang="en-US" dirty="0">
                <a:latin typeface="+mj-lt"/>
              </a:rPr>
              <a:t>4.5 Traceability matrix (TCs/REQs or TCs/UCs)</a:t>
            </a:r>
          </a:p>
          <a:p>
            <a:endParaRPr lang="el-GR" dirty="0">
              <a:latin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7628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14C8-94C7-369C-04D4-82072E749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5657B-FF9A-D4F7-FDA4-D221BF84C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Deployment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B8987D-6E4E-F5A0-F7B1-8A83302522C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r>
              <a:rPr lang="en-GB" dirty="0"/>
              <a:t>09/09/2025	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281DE-6DDF-BF82-3B24-5FA9AE6E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rtlCol="0"/>
          <a:lstStyle/>
          <a:p>
            <a:pPr rtl="0"/>
            <a:r>
              <a:rPr lang="el-GR" dirty="0"/>
              <a:t>Συνάντηση 1η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D2141-C19A-D2C5-9445-5C0442C19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12</a:t>
            </a:fld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E546585-DD3D-B365-8FEF-8093A32FA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1722436"/>
            <a:ext cx="6985908" cy="4167960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dirty="0"/>
              <a:t>Containerisation: Docker/Kubernetes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dirty="0"/>
              <a:t>CI/CD: Jenkins</a:t>
            </a:r>
          </a:p>
        </p:txBody>
      </p:sp>
    </p:spTree>
    <p:extLst>
      <p:ext uri="{BB962C8B-B14F-4D97-AF65-F5344CB8AC3E}">
        <p14:creationId xmlns:p14="http://schemas.microsoft.com/office/powerpoint/2010/main" val="2424786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5E2E3E-148D-4BE4-88A4-447C4BC3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Timeline </a:t>
            </a:r>
          </a:p>
        </p:txBody>
      </p:sp>
      <p:graphicFrame>
        <p:nvGraphicFramePr>
          <p:cNvPr id="2" name="Diagram 2" descr="SmartArt graphic">
            <a:extLst>
              <a:ext uri="{FF2B5EF4-FFF2-40B4-BE49-F238E27FC236}">
                <a16:creationId xmlns:a16="http://schemas.microsoft.com/office/drawing/2014/main" id="{364D30CB-C02F-4FE1-9E72-11B75FF748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8407066"/>
              </p:ext>
            </p:extLst>
          </p:nvPr>
        </p:nvGraphicFramePr>
        <p:xfrm>
          <a:off x="1245325" y="1706563"/>
          <a:ext cx="9779182" cy="4363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915C9-579A-6644-A782-7D56C8F5561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r>
              <a:rPr lang="el-GR" dirty="0"/>
              <a:t>09/09/2025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F55DB-0AAD-684A-B0E2-8EF58E039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rtlCol="0"/>
          <a:lstStyle/>
          <a:p>
            <a:pPr rtl="0"/>
            <a:r>
              <a:rPr lang="el-GR" dirty="0"/>
              <a:t>Συνάντηση 1η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037C3-0E79-CD4B-92A9-5B5F9E74A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2498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/>
          <a:lstStyle/>
          <a:p>
            <a:pPr rtl="0"/>
            <a:r>
              <a:rPr lang="en-GB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rmAutofit/>
          </a:bodyPr>
          <a:lstStyle/>
          <a:p>
            <a:pPr rtl="0"/>
            <a:r>
              <a:rPr lang="el-GR" dirty="0"/>
              <a:t>Στέφανος Δεσπότης</a:t>
            </a:r>
            <a:endParaRPr lang="en-GB" dirty="0"/>
          </a:p>
          <a:p>
            <a:pPr rtl="0"/>
            <a:r>
              <a:rPr lang="en-GB" dirty="0"/>
              <a:t>me2447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926184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9457595_TF45331398_Win32" id="{5659B9E0-3971-467D-9BA2-B20B39D641FE}" vid="{E6DA4EDB-46C2-4D45-9E99-6BB2FEEE47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5BAB77-79E1-4739-AA51-10C9079186D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A615295-94F6-4CE2-A1B1-6B7E1DAA5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334180-0405-413B-834A-44FA9E05ADB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{6EFBFACB-50BB-455A-8DC1-62611B43E4E7}tf45331398_win32</Template>
  <TotalTime>1036</TotalTime>
  <Words>397</Words>
  <Application>Microsoft Office PowerPoint</Application>
  <PresentationFormat>Widescreen</PresentationFormat>
  <Paragraphs>127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Tenorite</vt:lpstr>
      <vt:lpstr>Office Theme</vt:lpstr>
      <vt:lpstr>Διπλωματική εργασία – Συνάντηση 1η</vt:lpstr>
      <vt:lpstr>Agenda</vt:lpstr>
      <vt:lpstr>Προσέγγιση – Πεδίο - Παραδοτέα</vt:lpstr>
      <vt:lpstr>Παραδοτέα</vt:lpstr>
      <vt:lpstr>Ανάλυση (BABOK – IIBA)</vt:lpstr>
      <vt:lpstr>Ανάλυση (BABOK – IIBA)</vt:lpstr>
      <vt:lpstr>Ανάλυση (BABOK – IIBA)</vt:lpstr>
      <vt:lpstr>Αρχιτεκτονική (TOGAF)</vt:lpstr>
      <vt:lpstr>Υλοποίηση</vt:lpstr>
      <vt:lpstr>Υλοποίηση</vt:lpstr>
      <vt:lpstr>Testing (ISTQB)</vt:lpstr>
      <vt:lpstr>Deployment</vt:lpstr>
      <vt:lpstr>Timeline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Stefanos Despotis</dc:creator>
  <cp:lastModifiedBy>Stefanos Despotis</cp:lastModifiedBy>
  <cp:revision>3</cp:revision>
  <dcterms:created xsi:type="dcterms:W3CDTF">2025-09-09T10:14:20Z</dcterms:created>
  <dcterms:modified xsi:type="dcterms:W3CDTF">2025-09-10T05:56:22Z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